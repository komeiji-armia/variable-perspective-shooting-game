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12"/>
  </p:notesMasterIdLst>
  <p:sldIdLst>
    <p:sldId id="274" r:id="rId2"/>
    <p:sldId id="275" r:id="rId3"/>
    <p:sldId id="291" r:id="rId4"/>
    <p:sldId id="292" r:id="rId5"/>
    <p:sldId id="277" r:id="rId6"/>
    <p:sldId id="293" r:id="rId7"/>
    <p:sldId id="294" r:id="rId8"/>
    <p:sldId id="295" r:id="rId9"/>
    <p:sldId id="296" r:id="rId10"/>
    <p:sldId id="297"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A70"/>
    <a:srgbClr val="FFFFFF"/>
    <a:srgbClr val="DAE0E5"/>
    <a:srgbClr val="E8ECF0"/>
    <a:srgbClr val="375A7F"/>
    <a:srgbClr val="003152"/>
    <a:srgbClr val="363A3E"/>
    <a:srgbClr val="ECF0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55"/>
    <p:restoredTop sz="86385"/>
  </p:normalViewPr>
  <p:slideViewPr>
    <p:cSldViewPr snapToGrid="0" snapToObjects="1">
      <p:cViewPr varScale="1">
        <p:scale>
          <a:sx n="93" d="100"/>
          <a:sy n="93" d="100"/>
        </p:scale>
        <p:origin x="1542" y="7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65722-C560-EB4F-9667-B1DE81581E24}" type="datetimeFigureOut">
              <a:rPr kumimoji="1" lang="ja-JP" altLang="en-US" smtClean="0"/>
              <a:t>2026/5/30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D2F507-8196-0443-8732-6C90FE10F452}" type="slidenum">
              <a:rPr kumimoji="1" lang="ja-JP" altLang="en-US" smtClean="0"/>
              <a:t>‹#›</a:t>
            </a:fld>
            <a:endParaRPr kumimoji="1" lang="ja-JP" altLang="en-US"/>
          </a:p>
        </p:txBody>
      </p:sp>
    </p:spTree>
    <p:extLst>
      <p:ext uri="{BB962C8B-B14F-4D97-AF65-F5344CB8AC3E}">
        <p14:creationId xmlns:p14="http://schemas.microsoft.com/office/powerpoint/2010/main" val="3715395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3" name="図 2" descr="アイコン&#10;&#10;自動的に生成された説明">
            <a:extLst>
              <a:ext uri="{FF2B5EF4-FFF2-40B4-BE49-F238E27FC236}">
                <a16:creationId xmlns:a16="http://schemas.microsoft.com/office/drawing/2014/main" id="{DA90EEB3-75E2-F2DC-B9AE-FA679A4624A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6" name="角丸四角形 15">
            <a:extLst>
              <a:ext uri="{FF2B5EF4-FFF2-40B4-BE49-F238E27FC236}">
                <a16:creationId xmlns:a16="http://schemas.microsoft.com/office/drawing/2014/main" id="{FACE4C1E-554A-4932-C6C2-84AED6CD230D}"/>
              </a:ext>
            </a:extLst>
          </p:cNvPr>
          <p:cNvSpPr/>
          <p:nvPr userDrawn="1"/>
        </p:nvSpPr>
        <p:spPr>
          <a:xfrm>
            <a:off x="1639542" y="802584"/>
            <a:ext cx="8912915" cy="5252831"/>
          </a:xfrm>
          <a:prstGeom prst="roundRect">
            <a:avLst>
              <a:gd name="adj" fmla="val 8999"/>
            </a:avLst>
          </a:prstGeom>
          <a:solidFill>
            <a:srgbClr val="FFFFFF">
              <a:alpha val="8862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638253" y="2276475"/>
            <a:ext cx="6915492" cy="1325563"/>
          </a:xfrm>
        </p:spPr>
        <p:txBody>
          <a:bodyPr>
            <a:normAutofit/>
          </a:bodyPr>
          <a:lstStyle>
            <a:lvl1pPr algn="ctr">
              <a:defRPr sz="4000" b="1">
                <a:solidFill>
                  <a:srgbClr val="375A7F"/>
                </a:solidFill>
                <a:latin typeface="+mn-ea"/>
                <a:ea typeface="+mn-ea"/>
              </a:defRPr>
            </a:lvl1pPr>
          </a:lstStyle>
          <a:p>
            <a:r>
              <a:rPr kumimoji="1" lang="ja-JP" altLang="en-US"/>
              <a:t>大谷研スライトテンプレート</a:t>
            </a:r>
          </a:p>
        </p:txBody>
      </p:sp>
      <p:pic>
        <p:nvPicPr>
          <p:cNvPr id="14" name="図 13" descr="挿絵 が含まれている画像&#10;&#10;自動的に生成された説明">
            <a:extLst>
              <a:ext uri="{FF2B5EF4-FFF2-40B4-BE49-F238E27FC236}">
                <a16:creationId xmlns:a16="http://schemas.microsoft.com/office/drawing/2014/main" id="{00C5288B-1681-270E-7CE1-C3DC69BDD194}"/>
              </a:ext>
            </a:extLst>
          </p:cNvPr>
          <p:cNvPicPr>
            <a:picLocks noChangeAspect="1"/>
          </p:cNvPicPr>
          <p:nvPr userDrawn="1"/>
        </p:nvPicPr>
        <p:blipFill>
          <a:blip r:embed="rId3"/>
          <a:stretch>
            <a:fillRect/>
          </a:stretch>
        </p:blipFill>
        <p:spPr>
          <a:xfrm>
            <a:off x="5818255" y="5225889"/>
            <a:ext cx="555487" cy="511300"/>
          </a:xfrm>
          <a:prstGeom prst="rect">
            <a:avLst/>
          </a:prstGeom>
        </p:spPr>
      </p:pic>
      <p:sp>
        <p:nvSpPr>
          <p:cNvPr id="7" name="テキスト プレースホルダー 14">
            <a:extLst>
              <a:ext uri="{FF2B5EF4-FFF2-40B4-BE49-F238E27FC236}">
                <a16:creationId xmlns:a16="http://schemas.microsoft.com/office/drawing/2014/main" id="{3E91B702-8749-F87C-72E6-78B68F659DB1}"/>
              </a:ext>
            </a:extLst>
          </p:cNvPr>
          <p:cNvSpPr>
            <a:spLocks noGrp="1"/>
          </p:cNvSpPr>
          <p:nvPr>
            <p:ph type="body" sz="quarter" idx="11" hasCustomPrompt="1"/>
          </p:nvPr>
        </p:nvSpPr>
        <p:spPr>
          <a:xfrm>
            <a:off x="4623621" y="4648549"/>
            <a:ext cx="2944753" cy="352096"/>
          </a:xfrm>
        </p:spPr>
        <p:txBody>
          <a:bodyPr anchor="ctr">
            <a:noAutofit/>
          </a:bodyPr>
          <a:lstStyle>
            <a:lvl1pPr marL="0" indent="0" algn="ctr">
              <a:buNone/>
              <a:defRPr sz="2000" b="1">
                <a:solidFill>
                  <a:srgbClr val="375A7F"/>
                </a:solidFill>
                <a:latin typeface="+mn-lt"/>
              </a:defRPr>
            </a:lvl1pPr>
          </a:lstStyle>
          <a:p>
            <a:pPr lvl="0"/>
            <a:r>
              <a:rPr kumimoji="1" lang="ja-JP" altLang="en-US"/>
              <a:t>大谷研究室</a:t>
            </a:r>
            <a:r>
              <a:rPr kumimoji="1" lang="en-US" altLang="ja-JP" dirty="0"/>
              <a:t> </a:t>
            </a:r>
            <a:r>
              <a:rPr kumimoji="1" lang="ja-JP" altLang="en-US"/>
              <a:t>山田太郎</a:t>
            </a:r>
          </a:p>
        </p:txBody>
      </p:sp>
    </p:spTree>
    <p:extLst>
      <p:ext uri="{BB962C8B-B14F-4D97-AF65-F5344CB8AC3E}">
        <p14:creationId xmlns:p14="http://schemas.microsoft.com/office/powerpoint/2010/main" val="2795750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タイトル スライド">
    <p:spTree>
      <p:nvGrpSpPr>
        <p:cNvPr id="1" name=""/>
        <p:cNvGrpSpPr/>
        <p:nvPr/>
      </p:nvGrpSpPr>
      <p:grpSpPr>
        <a:xfrm>
          <a:off x="0" y="0"/>
          <a:ext cx="0" cy="0"/>
          <a:chOff x="0" y="0"/>
          <a:chExt cx="0" cy="0"/>
        </a:xfrm>
      </p:grpSpPr>
      <p:pic>
        <p:nvPicPr>
          <p:cNvPr id="3" name="図 2" descr="アイコン&#10;&#10;自動的に生成された説明">
            <a:extLst>
              <a:ext uri="{FF2B5EF4-FFF2-40B4-BE49-F238E27FC236}">
                <a16:creationId xmlns:a16="http://schemas.microsoft.com/office/drawing/2014/main" id="{566876DD-29A8-CD93-8B90-1667C110F68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角丸四角形 8">
            <a:extLst>
              <a:ext uri="{FF2B5EF4-FFF2-40B4-BE49-F238E27FC236}">
                <a16:creationId xmlns:a16="http://schemas.microsoft.com/office/drawing/2014/main" id="{5E90955C-68C8-2B37-6A8B-8F1303FC7A87}"/>
              </a:ext>
            </a:extLst>
          </p:cNvPr>
          <p:cNvSpPr/>
          <p:nvPr userDrawn="1"/>
        </p:nvSpPr>
        <p:spPr>
          <a:xfrm>
            <a:off x="1639542" y="802584"/>
            <a:ext cx="8912915" cy="5252831"/>
          </a:xfrm>
          <a:prstGeom prst="roundRect">
            <a:avLst>
              <a:gd name="adj" fmla="val 8999"/>
            </a:avLst>
          </a:prstGeom>
          <a:solidFill>
            <a:srgbClr val="FFFFFF">
              <a:alpha val="8862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638253" y="2276475"/>
            <a:ext cx="6915492" cy="1325563"/>
          </a:xfrm>
        </p:spPr>
        <p:txBody>
          <a:bodyPr>
            <a:normAutofit/>
          </a:bodyPr>
          <a:lstStyle>
            <a:lvl1pPr algn="ctr">
              <a:defRPr sz="4000" b="1">
                <a:solidFill>
                  <a:srgbClr val="375A7F"/>
                </a:solidFill>
                <a:latin typeface="+mn-ea"/>
                <a:ea typeface="+mn-ea"/>
              </a:defRPr>
            </a:lvl1pPr>
          </a:lstStyle>
          <a:p>
            <a:r>
              <a:rPr kumimoji="1" lang="ja-JP" altLang="en-US"/>
              <a:t>大谷研スライトテンプレート</a:t>
            </a:r>
          </a:p>
        </p:txBody>
      </p:sp>
      <p:pic>
        <p:nvPicPr>
          <p:cNvPr id="14" name="図 13" descr="挿絵 が含まれている画像&#10;&#10;自動的に生成された説明">
            <a:extLst>
              <a:ext uri="{FF2B5EF4-FFF2-40B4-BE49-F238E27FC236}">
                <a16:creationId xmlns:a16="http://schemas.microsoft.com/office/drawing/2014/main" id="{00C5288B-1681-270E-7CE1-C3DC69BDD194}"/>
              </a:ext>
            </a:extLst>
          </p:cNvPr>
          <p:cNvPicPr>
            <a:picLocks noChangeAspect="1"/>
          </p:cNvPicPr>
          <p:nvPr userDrawn="1"/>
        </p:nvPicPr>
        <p:blipFill>
          <a:blip r:embed="rId3"/>
          <a:stretch>
            <a:fillRect/>
          </a:stretch>
        </p:blipFill>
        <p:spPr>
          <a:xfrm>
            <a:off x="5818253" y="5303085"/>
            <a:ext cx="555487" cy="511300"/>
          </a:xfrm>
          <a:prstGeom prst="rect">
            <a:avLst/>
          </a:prstGeom>
        </p:spPr>
      </p:pic>
      <p:sp>
        <p:nvSpPr>
          <p:cNvPr id="15" name="テキスト プレースホルダー 14">
            <a:extLst>
              <a:ext uri="{FF2B5EF4-FFF2-40B4-BE49-F238E27FC236}">
                <a16:creationId xmlns:a16="http://schemas.microsoft.com/office/drawing/2014/main" id="{CB24435D-4DF1-D02A-F465-27E151AF2C15}"/>
              </a:ext>
            </a:extLst>
          </p:cNvPr>
          <p:cNvSpPr>
            <a:spLocks noGrp="1"/>
          </p:cNvSpPr>
          <p:nvPr>
            <p:ph type="body" sz="quarter" idx="11" hasCustomPrompt="1"/>
          </p:nvPr>
        </p:nvSpPr>
        <p:spPr>
          <a:xfrm>
            <a:off x="4910728" y="4476630"/>
            <a:ext cx="2370535" cy="352096"/>
          </a:xfrm>
        </p:spPr>
        <p:txBody>
          <a:bodyPr anchor="ctr">
            <a:normAutofit/>
          </a:bodyPr>
          <a:lstStyle>
            <a:lvl1pPr marL="0" indent="0" algn="ctr">
              <a:buNone/>
              <a:defRPr sz="1800" b="0">
                <a:solidFill>
                  <a:srgbClr val="375A7F"/>
                </a:solidFill>
                <a:latin typeface="+mn-lt"/>
              </a:defRPr>
            </a:lvl1pPr>
          </a:lstStyle>
          <a:p>
            <a:pPr lvl="0"/>
            <a:r>
              <a:rPr kumimoji="1" lang="ja-JP" altLang="en-US"/>
              <a:t>大谷研究室</a:t>
            </a:r>
            <a:r>
              <a:rPr kumimoji="1" lang="en-US" altLang="ja-JP" dirty="0"/>
              <a:t> </a:t>
            </a:r>
            <a:r>
              <a:rPr kumimoji="1" lang="ja-JP" altLang="en-US"/>
              <a:t>山田太郎</a:t>
            </a:r>
          </a:p>
        </p:txBody>
      </p:sp>
      <p:sp>
        <p:nvSpPr>
          <p:cNvPr id="16" name="テキスト プレースホルダー 14">
            <a:extLst>
              <a:ext uri="{FF2B5EF4-FFF2-40B4-BE49-F238E27FC236}">
                <a16:creationId xmlns:a16="http://schemas.microsoft.com/office/drawing/2014/main" id="{61475D95-48D3-50DC-5217-45812D008633}"/>
              </a:ext>
            </a:extLst>
          </p:cNvPr>
          <p:cNvSpPr>
            <a:spLocks noGrp="1"/>
          </p:cNvSpPr>
          <p:nvPr>
            <p:ph type="body" sz="quarter" idx="12" hasCustomPrompt="1"/>
          </p:nvPr>
        </p:nvSpPr>
        <p:spPr>
          <a:xfrm>
            <a:off x="3845180" y="4889857"/>
            <a:ext cx="4501630" cy="352096"/>
          </a:xfrm>
        </p:spPr>
        <p:txBody>
          <a:bodyPr anchor="ctr">
            <a:normAutofit/>
          </a:bodyPr>
          <a:lstStyle>
            <a:lvl1pPr marL="0" indent="0" algn="ctr">
              <a:buNone/>
              <a:defRPr sz="1800" b="0">
                <a:solidFill>
                  <a:srgbClr val="375A7F"/>
                </a:solidFill>
                <a:latin typeface="+mn-lt"/>
              </a:defRPr>
            </a:lvl1pPr>
          </a:lstStyle>
          <a:p>
            <a:r>
              <a:rPr lang="en-US" altLang="ja-JP" sz="1800" b="0" dirty="0"/>
              <a:t>2022.04.29   </a:t>
            </a:r>
            <a:r>
              <a:rPr lang="ja-JP" altLang="en-US" sz="1800" b="0"/>
              <a:t>オンライン</a:t>
            </a:r>
            <a:r>
              <a:rPr lang="en-US" altLang="ja-JP" sz="1800" b="0" dirty="0"/>
              <a:t>LT</a:t>
            </a:r>
            <a:r>
              <a:rPr lang="ja-JP" altLang="en-US" sz="1800" b="0"/>
              <a:t>会</a:t>
            </a:r>
            <a:r>
              <a:rPr lang="en-US" altLang="ja-JP" sz="1800" b="0" dirty="0"/>
              <a:t> #1</a:t>
            </a:r>
            <a:endParaRPr lang="ja-JP" altLang="en-US" sz="1800" b="0"/>
          </a:p>
        </p:txBody>
      </p:sp>
    </p:spTree>
    <p:extLst>
      <p:ext uri="{BB962C8B-B14F-4D97-AF65-F5344CB8AC3E}">
        <p14:creationId xmlns:p14="http://schemas.microsoft.com/office/powerpoint/2010/main" val="33087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pic>
        <p:nvPicPr>
          <p:cNvPr id="5" name="図 4" descr="アイコン&#10;&#10;自動的に生成された説明">
            <a:extLst>
              <a:ext uri="{FF2B5EF4-FFF2-40B4-BE49-F238E27FC236}">
                <a16:creationId xmlns:a16="http://schemas.microsoft.com/office/drawing/2014/main" id="{381AB772-FB22-37FF-FB6B-83A787D38D0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8" name="角丸四角形 17">
            <a:extLst>
              <a:ext uri="{FF2B5EF4-FFF2-40B4-BE49-F238E27FC236}">
                <a16:creationId xmlns:a16="http://schemas.microsoft.com/office/drawing/2014/main" id="{B48497B2-9416-FE47-DB5E-A9C71D939C77}"/>
              </a:ext>
            </a:extLst>
          </p:cNvPr>
          <p:cNvSpPr/>
          <p:nvPr userDrawn="1"/>
        </p:nvSpPr>
        <p:spPr>
          <a:xfrm>
            <a:off x="-5333" y="-1"/>
            <a:ext cx="12192003" cy="6696076"/>
          </a:xfrm>
          <a:prstGeom prst="roundRect">
            <a:avLst>
              <a:gd name="adj" fmla="val 0"/>
            </a:avLst>
          </a:prstGeom>
          <a:solidFill>
            <a:srgbClr val="ECF0F1">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CC62F9D3-B1D0-A488-B7CF-143B1FF2BB87}"/>
              </a:ext>
            </a:extLst>
          </p:cNvPr>
          <p:cNvSpPr/>
          <p:nvPr userDrawn="1"/>
        </p:nvSpPr>
        <p:spPr>
          <a:xfrm>
            <a:off x="1944138" y="1421476"/>
            <a:ext cx="8303720" cy="4015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スライド番号プレースホルダー 5">
            <a:extLst>
              <a:ext uri="{FF2B5EF4-FFF2-40B4-BE49-F238E27FC236}">
                <a16:creationId xmlns:a16="http://schemas.microsoft.com/office/drawing/2014/main" id="{781BA34F-5240-3237-9EF5-1D28BA0FD13B}"/>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pic>
        <p:nvPicPr>
          <p:cNvPr id="21" name="図 20" descr="挿絵 が含まれている画像&#10;&#10;自動的に生成された説明">
            <a:extLst>
              <a:ext uri="{FF2B5EF4-FFF2-40B4-BE49-F238E27FC236}">
                <a16:creationId xmlns:a16="http://schemas.microsoft.com/office/drawing/2014/main" id="{237346CD-954E-4B40-394E-D0C9977AA932}"/>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4" name="テキスト プレースホルダー 3">
            <a:extLst>
              <a:ext uri="{FF2B5EF4-FFF2-40B4-BE49-F238E27FC236}">
                <a16:creationId xmlns:a16="http://schemas.microsoft.com/office/drawing/2014/main" id="{3168B768-4919-7C03-B00B-C8B3BED329A3}"/>
              </a:ext>
            </a:extLst>
          </p:cNvPr>
          <p:cNvSpPr>
            <a:spLocks noGrp="1"/>
          </p:cNvSpPr>
          <p:nvPr>
            <p:ph type="body" sz="quarter" idx="13" hasCustomPrompt="1"/>
          </p:nvPr>
        </p:nvSpPr>
        <p:spPr>
          <a:xfrm>
            <a:off x="2232272" y="1600079"/>
            <a:ext cx="7716797" cy="646113"/>
          </a:xfrm>
        </p:spPr>
        <p:txBody>
          <a:bodyPr anchor="ctr">
            <a:normAutofit/>
          </a:bodyPr>
          <a:lstStyle>
            <a:lvl1pPr marL="228600" indent="-228600">
              <a:buSzPct val="75000"/>
              <a:buFontTx/>
              <a:buBlip>
                <a:blip r:embed="rId4"/>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タイトル</a:t>
            </a:r>
          </a:p>
        </p:txBody>
      </p:sp>
      <p:sp>
        <p:nvSpPr>
          <p:cNvPr id="17" name="テキスト プレースホルダー 3">
            <a:extLst>
              <a:ext uri="{FF2B5EF4-FFF2-40B4-BE49-F238E27FC236}">
                <a16:creationId xmlns:a16="http://schemas.microsoft.com/office/drawing/2014/main" id="{1F07859A-A6E4-27FE-BC7E-EEA4A7233E09}"/>
              </a:ext>
            </a:extLst>
          </p:cNvPr>
          <p:cNvSpPr>
            <a:spLocks noGrp="1"/>
          </p:cNvSpPr>
          <p:nvPr>
            <p:ph type="body" sz="quarter" idx="14" hasCustomPrompt="1"/>
          </p:nvPr>
        </p:nvSpPr>
        <p:spPr>
          <a:xfrm>
            <a:off x="2768410" y="2508734"/>
            <a:ext cx="6843871" cy="2515179"/>
          </a:xfrm>
        </p:spPr>
        <p:txBody>
          <a:bodyPr anchor="t">
            <a:normAutofit/>
          </a:bodyPr>
          <a:lstStyle>
            <a:lvl1pPr marL="228600" indent="-228600">
              <a:lnSpc>
                <a:spcPct val="150000"/>
              </a:lnSpc>
              <a:buSzPct val="50000"/>
              <a:buFontTx/>
              <a:buBlip>
                <a:blip r:embed="rId5"/>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箇条書き</a:t>
            </a:r>
          </a:p>
        </p:txBody>
      </p:sp>
      <p:sp>
        <p:nvSpPr>
          <p:cNvPr id="22" name="テキスト プレースホルダー 3">
            <a:extLst>
              <a:ext uri="{FF2B5EF4-FFF2-40B4-BE49-F238E27FC236}">
                <a16:creationId xmlns:a16="http://schemas.microsoft.com/office/drawing/2014/main" id="{466D3928-8782-8AE2-C7F0-1766DD1E1FBD}"/>
              </a:ext>
            </a:extLst>
          </p:cNvPr>
          <p:cNvSpPr>
            <a:spLocks noGrp="1"/>
          </p:cNvSpPr>
          <p:nvPr>
            <p:ph type="body" sz="quarter" idx="15" hasCustomPrompt="1"/>
          </p:nvPr>
        </p:nvSpPr>
        <p:spPr>
          <a:xfrm>
            <a:off x="2232271" y="5699065"/>
            <a:ext cx="7716797" cy="646113"/>
          </a:xfrm>
        </p:spPr>
        <p:txBody>
          <a:bodyPr anchor="ctr">
            <a:normAutofit/>
          </a:bodyPr>
          <a:lstStyle>
            <a:lvl1pPr marL="0" indent="0" algn="ctr">
              <a:buSzPct val="75000"/>
              <a:buFontTx/>
              <a:buNone/>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ここになにか文字いれてもいれなくてもいい</a:t>
            </a:r>
          </a:p>
        </p:txBody>
      </p:sp>
    </p:spTree>
    <p:extLst>
      <p:ext uri="{BB962C8B-B14F-4D97-AF65-F5344CB8AC3E}">
        <p14:creationId xmlns:p14="http://schemas.microsoft.com/office/powerpoint/2010/main" val="2610509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タイトル スライド">
    <p:spTree>
      <p:nvGrpSpPr>
        <p:cNvPr id="1" name=""/>
        <p:cNvGrpSpPr/>
        <p:nvPr/>
      </p:nvGrpSpPr>
      <p:grpSpPr>
        <a:xfrm>
          <a:off x="0" y="0"/>
          <a:ext cx="0" cy="0"/>
          <a:chOff x="0" y="0"/>
          <a:chExt cx="0" cy="0"/>
        </a:xfrm>
      </p:grpSpPr>
      <p:pic>
        <p:nvPicPr>
          <p:cNvPr id="4" name="図 3" descr="アイコン&#10;&#10;自動的に生成された説明">
            <a:extLst>
              <a:ext uri="{FF2B5EF4-FFF2-40B4-BE49-F238E27FC236}">
                <a16:creationId xmlns:a16="http://schemas.microsoft.com/office/drawing/2014/main" id="{942A5C2E-0C75-D11C-6090-403325FB804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角丸四角形 8">
            <a:extLst>
              <a:ext uri="{FF2B5EF4-FFF2-40B4-BE49-F238E27FC236}">
                <a16:creationId xmlns:a16="http://schemas.microsoft.com/office/drawing/2014/main" id="{5E90955C-68C8-2B37-6A8B-8F1303FC7A87}"/>
              </a:ext>
            </a:extLst>
          </p:cNvPr>
          <p:cNvSpPr/>
          <p:nvPr userDrawn="1"/>
        </p:nvSpPr>
        <p:spPr>
          <a:xfrm>
            <a:off x="-6" y="-1"/>
            <a:ext cx="12192003" cy="6696076"/>
          </a:xfrm>
          <a:prstGeom prst="roundRect">
            <a:avLst>
              <a:gd name="adj" fmla="val 0"/>
            </a:avLst>
          </a:prstGeom>
          <a:solidFill>
            <a:srgbClr val="ECF0F1">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5646483C-DA17-CF71-FF79-976F440A192C}"/>
              </a:ext>
            </a:extLst>
          </p:cNvPr>
          <p:cNvSpPr/>
          <p:nvPr userDrawn="1"/>
        </p:nvSpPr>
        <p:spPr>
          <a:xfrm>
            <a:off x="1944137" y="1594514"/>
            <a:ext cx="8303720" cy="4015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descr="挿絵 が含まれている画像&#10;&#10;自動的に生成された説明">
            <a:extLst>
              <a:ext uri="{FF2B5EF4-FFF2-40B4-BE49-F238E27FC236}">
                <a16:creationId xmlns:a16="http://schemas.microsoft.com/office/drawing/2014/main" id="{A9E476E6-E939-59AA-8CB0-52C579EE3721}"/>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12" name="テキスト プレースホルダー 3">
            <a:extLst>
              <a:ext uri="{FF2B5EF4-FFF2-40B4-BE49-F238E27FC236}">
                <a16:creationId xmlns:a16="http://schemas.microsoft.com/office/drawing/2014/main" id="{26C718C0-D7F1-C683-204D-ECE7EB9584BF}"/>
              </a:ext>
            </a:extLst>
          </p:cNvPr>
          <p:cNvSpPr>
            <a:spLocks noGrp="1"/>
          </p:cNvSpPr>
          <p:nvPr>
            <p:ph type="body" sz="quarter" idx="13" hasCustomPrompt="1"/>
          </p:nvPr>
        </p:nvSpPr>
        <p:spPr>
          <a:xfrm>
            <a:off x="2237598" y="3237482"/>
            <a:ext cx="7716797" cy="729110"/>
          </a:xfrm>
        </p:spPr>
        <p:txBody>
          <a:bodyPr anchor="ctr">
            <a:normAutofit/>
          </a:bodyPr>
          <a:lstStyle>
            <a:lvl1pPr marL="0" indent="0" algn="ctr">
              <a:buSzPct val="75000"/>
              <a:buFont typeface="Arial" panose="020B0604020202020204" pitchFamily="34" charset="0"/>
              <a:buNone/>
              <a:defRPr sz="28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なんかいい感じにどーんって</a:t>
            </a:r>
          </a:p>
        </p:txBody>
      </p:sp>
      <p:sp>
        <p:nvSpPr>
          <p:cNvPr id="11" name="スライド番号プレースホルダー 5">
            <a:extLst>
              <a:ext uri="{FF2B5EF4-FFF2-40B4-BE49-F238E27FC236}">
                <a16:creationId xmlns:a16="http://schemas.microsoft.com/office/drawing/2014/main" id="{46589674-9E9F-571A-E045-5FE386C7B72A}"/>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1236645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5B2D5D5A-BA19-8BBA-C70A-2AE47EF66173}"/>
              </a:ext>
            </a:extLst>
          </p:cNvPr>
          <p:cNvSpPr/>
          <p:nvPr userDrawn="1"/>
        </p:nvSpPr>
        <p:spPr>
          <a:xfrm>
            <a:off x="6706518" y="1458489"/>
            <a:ext cx="4376816" cy="4377853"/>
          </a:xfrm>
          <a:prstGeom prst="rect">
            <a:avLst/>
          </a:prstGeom>
          <a:solidFill>
            <a:srgbClr val="ECF0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rgbClr val="375A7F"/>
                </a:solidFill>
              </a:rPr>
              <a:t>正方形の画像</a:t>
            </a:r>
          </a:p>
        </p:txBody>
      </p:sp>
      <p:pic>
        <p:nvPicPr>
          <p:cNvPr id="26" name="図 25" descr="挿絵 が含まれている画像&#10;&#10;自動的に生成された説明">
            <a:extLst>
              <a:ext uri="{FF2B5EF4-FFF2-40B4-BE49-F238E27FC236}">
                <a16:creationId xmlns:a16="http://schemas.microsoft.com/office/drawing/2014/main" id="{2CDCD722-9A4A-8036-D11A-CCAEC58DE182}"/>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12" name="テキスト プレースホルダー 3">
            <a:extLst>
              <a:ext uri="{FF2B5EF4-FFF2-40B4-BE49-F238E27FC236}">
                <a16:creationId xmlns:a16="http://schemas.microsoft.com/office/drawing/2014/main" id="{9BE609A5-D2DE-9E0D-6077-F31AEC56B3B1}"/>
              </a:ext>
            </a:extLst>
          </p:cNvPr>
          <p:cNvSpPr>
            <a:spLocks noGrp="1"/>
          </p:cNvSpPr>
          <p:nvPr>
            <p:ph type="body" sz="quarter" idx="13" hasCustomPrompt="1"/>
          </p:nvPr>
        </p:nvSpPr>
        <p:spPr>
          <a:xfrm>
            <a:off x="734823" y="1369367"/>
            <a:ext cx="5361177" cy="646113"/>
          </a:xfrm>
        </p:spPr>
        <p:txBody>
          <a:bodyPr anchor="ctr">
            <a:normAutofit/>
          </a:bodyPr>
          <a:lstStyle>
            <a:lvl1pPr marL="228600" indent="-228600">
              <a:buSzPct val="75000"/>
              <a:buFontTx/>
              <a:buBlip>
                <a:blip r:embed="rId4"/>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ねこちゃんは</a:t>
            </a:r>
          </a:p>
        </p:txBody>
      </p:sp>
      <p:sp>
        <p:nvSpPr>
          <p:cNvPr id="13" name="テキスト プレースホルダー 3">
            <a:extLst>
              <a:ext uri="{FF2B5EF4-FFF2-40B4-BE49-F238E27FC236}">
                <a16:creationId xmlns:a16="http://schemas.microsoft.com/office/drawing/2014/main" id="{96305AFB-6837-0D32-5683-B70E251E6AAA}"/>
              </a:ext>
            </a:extLst>
          </p:cNvPr>
          <p:cNvSpPr>
            <a:spLocks noGrp="1"/>
          </p:cNvSpPr>
          <p:nvPr>
            <p:ph type="body" sz="quarter" idx="14" hasCustomPrompt="1"/>
          </p:nvPr>
        </p:nvSpPr>
        <p:spPr>
          <a:xfrm>
            <a:off x="979630" y="2931499"/>
            <a:ext cx="2260527" cy="1425866"/>
          </a:xfrm>
        </p:spPr>
        <p:txBody>
          <a:bodyPr anchor="ctr">
            <a:noAutofit/>
          </a:bodyPr>
          <a:lstStyle>
            <a:lvl1pPr marL="0" indent="0">
              <a:buSzPct val="75000"/>
              <a:buFontTx/>
              <a:buNone/>
              <a:defRPr sz="80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一番</a:t>
            </a:r>
          </a:p>
        </p:txBody>
      </p:sp>
      <p:sp>
        <p:nvSpPr>
          <p:cNvPr id="14" name="テキスト プレースホルダー 3">
            <a:extLst>
              <a:ext uri="{FF2B5EF4-FFF2-40B4-BE49-F238E27FC236}">
                <a16:creationId xmlns:a16="http://schemas.microsoft.com/office/drawing/2014/main" id="{00A4F3B6-EB3B-0CF7-B0CB-CCC333CA486B}"/>
              </a:ext>
            </a:extLst>
          </p:cNvPr>
          <p:cNvSpPr>
            <a:spLocks noGrp="1"/>
          </p:cNvSpPr>
          <p:nvPr>
            <p:ph type="body" sz="quarter" idx="15" hasCustomPrompt="1"/>
          </p:nvPr>
        </p:nvSpPr>
        <p:spPr>
          <a:xfrm>
            <a:off x="3150705" y="3560389"/>
            <a:ext cx="2707787" cy="531317"/>
          </a:xfrm>
        </p:spPr>
        <p:txBody>
          <a:bodyPr anchor="ctr">
            <a:noAutofit/>
          </a:bodyPr>
          <a:lstStyle>
            <a:lvl1pPr marL="0" indent="0">
              <a:buSzPct val="75000"/>
              <a:buFontTx/>
              <a:buNone/>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かわいい</a:t>
            </a:r>
          </a:p>
        </p:txBody>
      </p:sp>
      <p:sp>
        <p:nvSpPr>
          <p:cNvPr id="7" name="コンテンツ プレースホルダー 6">
            <a:extLst>
              <a:ext uri="{FF2B5EF4-FFF2-40B4-BE49-F238E27FC236}">
                <a16:creationId xmlns:a16="http://schemas.microsoft.com/office/drawing/2014/main" id="{049FB3A3-B274-361E-BBC8-C18DF34FCF86}"/>
              </a:ext>
            </a:extLst>
          </p:cNvPr>
          <p:cNvSpPr>
            <a:spLocks noGrp="1"/>
          </p:cNvSpPr>
          <p:nvPr>
            <p:ph sz="quarter" idx="17"/>
          </p:nvPr>
        </p:nvSpPr>
        <p:spPr>
          <a:xfrm>
            <a:off x="6596235" y="1369367"/>
            <a:ext cx="4379912" cy="4378325"/>
          </a:xfrm>
        </p:spPr>
        <p:txBody>
          <a:bodyPr/>
          <a:lstStyle>
            <a:lvl1pPr marL="0" indent="0">
              <a:buNone/>
              <a:defRPr/>
            </a:lvl1pPr>
          </a:lstStyle>
          <a:p>
            <a:pPr lvl="0"/>
            <a:r>
              <a:rPr kumimoji="1" lang="ja-JP" altLang="en-US"/>
              <a:t>マスター テキストの書式設定</a:t>
            </a:r>
          </a:p>
        </p:txBody>
      </p:sp>
      <p:sp>
        <p:nvSpPr>
          <p:cNvPr id="15" name="スライド番号プレースホルダー 5">
            <a:extLst>
              <a:ext uri="{FF2B5EF4-FFF2-40B4-BE49-F238E27FC236}">
                <a16:creationId xmlns:a16="http://schemas.microsoft.com/office/drawing/2014/main" id="{92C4F809-987F-D413-A004-D3186717BDD1}"/>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3090780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6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descr="挿絵 が含まれている画像&#10;&#10;自動的に生成された説明">
            <a:extLst>
              <a:ext uri="{FF2B5EF4-FFF2-40B4-BE49-F238E27FC236}">
                <a16:creationId xmlns:a16="http://schemas.microsoft.com/office/drawing/2014/main" id="{53CCD2D6-0862-0AC7-4A2D-4C7D4B52984E}"/>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16" name="コンテンツ プレースホルダー 6">
            <a:extLst>
              <a:ext uri="{FF2B5EF4-FFF2-40B4-BE49-F238E27FC236}">
                <a16:creationId xmlns:a16="http://schemas.microsoft.com/office/drawing/2014/main" id="{0ACAB0DF-B70B-B069-1974-6E1330311C45}"/>
              </a:ext>
            </a:extLst>
          </p:cNvPr>
          <p:cNvSpPr>
            <a:spLocks noGrp="1"/>
          </p:cNvSpPr>
          <p:nvPr>
            <p:ph sz="quarter" idx="17"/>
          </p:nvPr>
        </p:nvSpPr>
        <p:spPr>
          <a:xfrm>
            <a:off x="7076814" y="1369367"/>
            <a:ext cx="4217101" cy="4779307"/>
          </a:xfrm>
        </p:spPr>
        <p:txBody>
          <a:bodyPr/>
          <a:lstStyle>
            <a:lvl1pPr marL="0" indent="0">
              <a:buNone/>
              <a:defRPr/>
            </a:lvl1pPr>
          </a:lstStyle>
          <a:p>
            <a:pPr lvl="0"/>
            <a:r>
              <a:rPr kumimoji="1" lang="ja-JP" altLang="en-US"/>
              <a:t>マスター テキストの書式設定</a:t>
            </a:r>
          </a:p>
        </p:txBody>
      </p:sp>
      <p:sp>
        <p:nvSpPr>
          <p:cNvPr id="18" name="テキスト プレースホルダー 3">
            <a:extLst>
              <a:ext uri="{FF2B5EF4-FFF2-40B4-BE49-F238E27FC236}">
                <a16:creationId xmlns:a16="http://schemas.microsoft.com/office/drawing/2014/main" id="{57B3A94A-C663-1824-CBFE-DA10FFB58411}"/>
              </a:ext>
            </a:extLst>
          </p:cNvPr>
          <p:cNvSpPr>
            <a:spLocks noGrp="1"/>
          </p:cNvSpPr>
          <p:nvPr>
            <p:ph type="body" sz="quarter" idx="14" hasCustomPrompt="1"/>
          </p:nvPr>
        </p:nvSpPr>
        <p:spPr>
          <a:xfrm>
            <a:off x="1075886" y="2327342"/>
            <a:ext cx="5262042" cy="3268388"/>
          </a:xfrm>
        </p:spPr>
        <p:txBody>
          <a:bodyPr anchor="t">
            <a:normAutofit/>
          </a:bodyPr>
          <a:lstStyle>
            <a:lvl1pPr marL="228600" indent="-228600">
              <a:lnSpc>
                <a:spcPct val="100000"/>
              </a:lnSpc>
              <a:buSzPct val="50000"/>
              <a:buFontTx/>
              <a:buBlip>
                <a:blip r:embed="rId4"/>
              </a:buBlip>
              <a:defRPr sz="2400" b="1">
                <a:solidFill>
                  <a:srgbClr val="375A7F"/>
                </a:solidFill>
              </a:defRPr>
            </a:lvl1pPr>
            <a:lvl2pPr marL="685800" indent="-228600">
              <a:buFontTx/>
              <a:buBlip>
                <a:blip r:embed="rId5"/>
              </a:buBlip>
              <a:defRPr/>
            </a:lvl2pPr>
            <a:lvl3pPr marL="1143000" indent="-228600">
              <a:buFontTx/>
              <a:buBlip>
                <a:blip r:embed="rId5"/>
              </a:buBlip>
              <a:defRPr/>
            </a:lvl3pPr>
            <a:lvl4pPr marL="1600200" indent="-228600">
              <a:buFontTx/>
              <a:buBlip>
                <a:blip r:embed="rId5"/>
              </a:buBlip>
              <a:defRPr/>
            </a:lvl4pPr>
            <a:lvl5pPr marL="2057400" indent="-228600">
              <a:buFontTx/>
              <a:buBlip>
                <a:blip r:embed="rId5"/>
              </a:buBlip>
              <a:defRPr/>
            </a:lvl5pPr>
          </a:lstStyle>
          <a:p>
            <a:pPr lvl="0"/>
            <a:r>
              <a:rPr kumimoji="1" lang="ja-JP" altLang="en-US"/>
              <a:t>箇条書き</a:t>
            </a:r>
          </a:p>
        </p:txBody>
      </p:sp>
      <p:sp>
        <p:nvSpPr>
          <p:cNvPr id="11" name="テキスト プレースホルダー 3">
            <a:extLst>
              <a:ext uri="{FF2B5EF4-FFF2-40B4-BE49-F238E27FC236}">
                <a16:creationId xmlns:a16="http://schemas.microsoft.com/office/drawing/2014/main" id="{254B03EB-DFCB-8E41-B9C5-8531C303F21E}"/>
              </a:ext>
            </a:extLst>
          </p:cNvPr>
          <p:cNvSpPr>
            <a:spLocks noGrp="1"/>
          </p:cNvSpPr>
          <p:nvPr>
            <p:ph type="body" sz="quarter" idx="18" hasCustomPrompt="1"/>
          </p:nvPr>
        </p:nvSpPr>
        <p:spPr>
          <a:xfrm>
            <a:off x="734823" y="1369367"/>
            <a:ext cx="5361177" cy="646113"/>
          </a:xfrm>
        </p:spPr>
        <p:txBody>
          <a:bodyPr anchor="ctr">
            <a:normAutofit/>
          </a:bodyPr>
          <a:lstStyle>
            <a:lvl1pPr marL="228600" indent="-228600">
              <a:buSzPct val="75000"/>
              <a:buFontTx/>
              <a:buBlip>
                <a:blip r:embed="rId5"/>
              </a:buBlip>
              <a:defRPr sz="2400" b="1">
                <a:solidFill>
                  <a:srgbClr val="375A7F"/>
                </a:solidFill>
              </a:defRPr>
            </a:lvl1pPr>
            <a:lvl2pPr marL="685800" indent="-228600">
              <a:buFontTx/>
              <a:buBlip>
                <a:blip r:embed="rId5"/>
              </a:buBlip>
              <a:defRPr/>
            </a:lvl2pPr>
            <a:lvl3pPr marL="1143000" indent="-228600">
              <a:buFontTx/>
              <a:buBlip>
                <a:blip r:embed="rId5"/>
              </a:buBlip>
              <a:defRPr/>
            </a:lvl3pPr>
            <a:lvl4pPr marL="1600200" indent="-228600">
              <a:buFontTx/>
              <a:buBlip>
                <a:blip r:embed="rId5"/>
              </a:buBlip>
              <a:defRPr/>
            </a:lvl4pPr>
            <a:lvl5pPr marL="2057400" indent="-228600">
              <a:buFontTx/>
              <a:buBlip>
                <a:blip r:embed="rId5"/>
              </a:buBlip>
              <a:defRPr/>
            </a:lvl5pPr>
          </a:lstStyle>
          <a:p>
            <a:pPr lvl="0"/>
            <a:r>
              <a:rPr kumimoji="1" lang="ja-JP" altLang="en-US"/>
              <a:t>画像付き箇条書き</a:t>
            </a:r>
          </a:p>
        </p:txBody>
      </p:sp>
      <p:sp>
        <p:nvSpPr>
          <p:cNvPr id="13" name="スライド番号プレースホルダー 5">
            <a:extLst>
              <a:ext uri="{FF2B5EF4-FFF2-40B4-BE49-F238E27FC236}">
                <a16:creationId xmlns:a16="http://schemas.microsoft.com/office/drawing/2014/main" id="{86D5D347-8D5C-DD19-7C68-A995CD077BD9}"/>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295583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D6AD70B-0A76-9FAB-D4B4-D6CC293B20B2}"/>
              </a:ext>
            </a:extLst>
          </p:cNvPr>
          <p:cNvSpPr txBox="1"/>
          <p:nvPr userDrawn="1"/>
        </p:nvSpPr>
        <p:spPr>
          <a:xfrm>
            <a:off x="754702" y="1369367"/>
            <a:ext cx="3799882" cy="461665"/>
          </a:xfrm>
          <a:prstGeom prst="rect">
            <a:avLst/>
          </a:prstGeom>
          <a:noFill/>
        </p:spPr>
        <p:txBody>
          <a:bodyPr wrap="square" rtlCol="0">
            <a:spAutoFit/>
          </a:bodyPr>
          <a:lstStyle/>
          <a:p>
            <a:pPr marL="342900" indent="-342900">
              <a:buClr>
                <a:srgbClr val="FCFA70"/>
              </a:buClr>
              <a:buSzPct val="75000"/>
              <a:buFontTx/>
              <a:buBlip>
                <a:blip r:embed="rId3"/>
              </a:buBlip>
            </a:pPr>
            <a:r>
              <a:rPr kumimoji="1" lang="ja-JP" altLang="en-US" sz="2400" b="1">
                <a:solidFill>
                  <a:srgbClr val="375A7F"/>
                </a:solidFill>
              </a:rPr>
              <a:t>ねこちゃんは</a:t>
            </a:r>
            <a:endParaRPr kumimoji="1" lang="en-US" altLang="ja-JP" sz="2400" b="1" dirty="0">
              <a:solidFill>
                <a:srgbClr val="375A7F"/>
              </a:solidFill>
            </a:endParaRPr>
          </a:p>
        </p:txBody>
      </p:sp>
      <p:pic>
        <p:nvPicPr>
          <p:cNvPr id="12" name="図 11" descr="挿絵 が含まれている画像&#10;&#10;自動的に生成された説明">
            <a:extLst>
              <a:ext uri="{FF2B5EF4-FFF2-40B4-BE49-F238E27FC236}">
                <a16:creationId xmlns:a16="http://schemas.microsoft.com/office/drawing/2014/main" id="{53CCD2D6-0862-0AC7-4A2D-4C7D4B52984E}"/>
              </a:ext>
            </a:extLst>
          </p:cNvPr>
          <p:cNvPicPr>
            <a:picLocks noChangeAspect="1"/>
          </p:cNvPicPr>
          <p:nvPr userDrawn="1"/>
        </p:nvPicPr>
        <p:blipFill>
          <a:blip r:embed="rId4"/>
          <a:stretch>
            <a:fillRect/>
          </a:stretch>
        </p:blipFill>
        <p:spPr>
          <a:xfrm>
            <a:off x="11531885" y="258934"/>
            <a:ext cx="396680" cy="365125"/>
          </a:xfrm>
          <a:prstGeom prst="rect">
            <a:avLst/>
          </a:prstGeom>
        </p:spPr>
      </p:pic>
      <p:sp>
        <p:nvSpPr>
          <p:cNvPr id="13" name="テキスト プレースホルダー 3">
            <a:extLst>
              <a:ext uri="{FF2B5EF4-FFF2-40B4-BE49-F238E27FC236}">
                <a16:creationId xmlns:a16="http://schemas.microsoft.com/office/drawing/2014/main" id="{B25A70C7-651F-A14F-A257-694CEA5BC61F}"/>
              </a:ext>
            </a:extLst>
          </p:cNvPr>
          <p:cNvSpPr>
            <a:spLocks noGrp="1"/>
          </p:cNvSpPr>
          <p:nvPr>
            <p:ph type="body" sz="quarter" idx="14" hasCustomPrompt="1"/>
          </p:nvPr>
        </p:nvSpPr>
        <p:spPr>
          <a:xfrm>
            <a:off x="6336821" y="2931499"/>
            <a:ext cx="2260527" cy="1425866"/>
          </a:xfrm>
        </p:spPr>
        <p:txBody>
          <a:bodyPr anchor="ctr">
            <a:noAutofit/>
          </a:bodyPr>
          <a:lstStyle>
            <a:lvl1pPr marL="0" indent="0">
              <a:buSzPct val="75000"/>
              <a:buFontTx/>
              <a:buNone/>
              <a:defRPr sz="8000" b="1">
                <a:solidFill>
                  <a:srgbClr val="375A7F"/>
                </a:solidFill>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kumimoji="1" lang="ja-JP" altLang="en-US"/>
              <a:t>一番</a:t>
            </a:r>
          </a:p>
        </p:txBody>
      </p:sp>
      <p:sp>
        <p:nvSpPr>
          <p:cNvPr id="14" name="テキスト プレースホルダー 3">
            <a:extLst>
              <a:ext uri="{FF2B5EF4-FFF2-40B4-BE49-F238E27FC236}">
                <a16:creationId xmlns:a16="http://schemas.microsoft.com/office/drawing/2014/main" id="{FD63A5D0-0C76-CFAB-16BF-32A40D14A2E5}"/>
              </a:ext>
            </a:extLst>
          </p:cNvPr>
          <p:cNvSpPr>
            <a:spLocks noGrp="1"/>
          </p:cNvSpPr>
          <p:nvPr>
            <p:ph type="body" sz="quarter" idx="15" hasCustomPrompt="1"/>
          </p:nvPr>
        </p:nvSpPr>
        <p:spPr>
          <a:xfrm>
            <a:off x="8507896" y="3560389"/>
            <a:ext cx="2707787" cy="531317"/>
          </a:xfrm>
        </p:spPr>
        <p:txBody>
          <a:bodyPr anchor="ctr">
            <a:noAutofit/>
          </a:bodyPr>
          <a:lstStyle>
            <a:lvl1pPr marL="0" indent="0">
              <a:buSzPct val="75000"/>
              <a:buFontTx/>
              <a:buNone/>
              <a:defRPr sz="2400" b="1">
                <a:solidFill>
                  <a:srgbClr val="375A7F"/>
                </a:solidFill>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kumimoji="1" lang="ja-JP" altLang="en-US"/>
              <a:t>かわいい</a:t>
            </a:r>
          </a:p>
        </p:txBody>
      </p:sp>
      <p:sp>
        <p:nvSpPr>
          <p:cNvPr id="15" name="正方形/長方形 14">
            <a:extLst>
              <a:ext uri="{FF2B5EF4-FFF2-40B4-BE49-F238E27FC236}">
                <a16:creationId xmlns:a16="http://schemas.microsoft.com/office/drawing/2014/main" id="{0ED77E11-5A99-6C1D-B9F7-8928A292DB18}"/>
              </a:ext>
            </a:extLst>
          </p:cNvPr>
          <p:cNvSpPr/>
          <p:nvPr userDrawn="1"/>
        </p:nvSpPr>
        <p:spPr>
          <a:xfrm>
            <a:off x="1086600" y="2123860"/>
            <a:ext cx="4112518" cy="4113492"/>
          </a:xfrm>
          <a:prstGeom prst="rect">
            <a:avLst/>
          </a:prstGeom>
          <a:solidFill>
            <a:srgbClr val="ECF0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rgbClr val="375A7F"/>
                </a:solidFill>
              </a:rPr>
              <a:t>正方形の画像</a:t>
            </a:r>
          </a:p>
        </p:txBody>
      </p:sp>
      <p:sp>
        <p:nvSpPr>
          <p:cNvPr id="16" name="コンテンツ プレースホルダー 6">
            <a:extLst>
              <a:ext uri="{FF2B5EF4-FFF2-40B4-BE49-F238E27FC236}">
                <a16:creationId xmlns:a16="http://schemas.microsoft.com/office/drawing/2014/main" id="{0ACAB0DF-B70B-B069-1974-6E1330311C45}"/>
              </a:ext>
            </a:extLst>
          </p:cNvPr>
          <p:cNvSpPr>
            <a:spLocks noGrp="1"/>
          </p:cNvSpPr>
          <p:nvPr>
            <p:ph sz="quarter" idx="17"/>
          </p:nvPr>
        </p:nvSpPr>
        <p:spPr>
          <a:xfrm>
            <a:off x="976317" y="2034738"/>
            <a:ext cx="4115427" cy="4113936"/>
          </a:xfrm>
        </p:spPr>
        <p:txBody>
          <a:bodyPr/>
          <a:lstStyle>
            <a:lvl1pPr marL="0" indent="0">
              <a:buNone/>
              <a:defRPr/>
            </a:lvl1pPr>
          </a:lstStyle>
          <a:p>
            <a:pPr lvl="0"/>
            <a:r>
              <a:rPr kumimoji="1" lang="ja-JP" altLang="en-US"/>
              <a:t>マスター テキストの書式設定</a:t>
            </a:r>
          </a:p>
        </p:txBody>
      </p:sp>
      <p:sp>
        <p:nvSpPr>
          <p:cNvPr id="17" name="スライド番号プレースホルダー 5">
            <a:extLst>
              <a:ext uri="{FF2B5EF4-FFF2-40B4-BE49-F238E27FC236}">
                <a16:creationId xmlns:a16="http://schemas.microsoft.com/office/drawing/2014/main" id="{DEE1927E-4CCA-E233-D40B-6703BBCCE456}"/>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3002058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5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descr="挿絵 が含まれている画像&#10;&#10;自動的に生成された説明">
            <a:extLst>
              <a:ext uri="{FF2B5EF4-FFF2-40B4-BE49-F238E27FC236}">
                <a16:creationId xmlns:a16="http://schemas.microsoft.com/office/drawing/2014/main" id="{53CCD2D6-0862-0AC7-4A2D-4C7D4B52984E}"/>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16" name="コンテンツ プレースホルダー 6">
            <a:extLst>
              <a:ext uri="{FF2B5EF4-FFF2-40B4-BE49-F238E27FC236}">
                <a16:creationId xmlns:a16="http://schemas.microsoft.com/office/drawing/2014/main" id="{0ACAB0DF-B70B-B069-1974-6E1330311C45}"/>
              </a:ext>
            </a:extLst>
          </p:cNvPr>
          <p:cNvSpPr>
            <a:spLocks noGrp="1"/>
          </p:cNvSpPr>
          <p:nvPr>
            <p:ph sz="quarter" idx="17"/>
          </p:nvPr>
        </p:nvSpPr>
        <p:spPr>
          <a:xfrm>
            <a:off x="874643" y="1369367"/>
            <a:ext cx="4217101" cy="4779307"/>
          </a:xfrm>
        </p:spPr>
        <p:txBody>
          <a:bodyPr/>
          <a:lstStyle>
            <a:lvl1pPr marL="0" indent="0">
              <a:buNone/>
              <a:defRPr/>
            </a:lvl1pPr>
          </a:lstStyle>
          <a:p>
            <a:pPr lvl="0"/>
            <a:r>
              <a:rPr kumimoji="1" lang="ja-JP" altLang="en-US"/>
              <a:t>マスター テキストの書式設定</a:t>
            </a:r>
          </a:p>
        </p:txBody>
      </p:sp>
      <p:sp>
        <p:nvSpPr>
          <p:cNvPr id="17" name="テキスト プレースホルダー 3">
            <a:extLst>
              <a:ext uri="{FF2B5EF4-FFF2-40B4-BE49-F238E27FC236}">
                <a16:creationId xmlns:a16="http://schemas.microsoft.com/office/drawing/2014/main" id="{8AC6A49C-14DD-F724-A9BA-933B3D0BC771}"/>
              </a:ext>
            </a:extLst>
          </p:cNvPr>
          <p:cNvSpPr>
            <a:spLocks noGrp="1"/>
          </p:cNvSpPr>
          <p:nvPr>
            <p:ph type="body" sz="quarter" idx="13" hasCustomPrompt="1"/>
          </p:nvPr>
        </p:nvSpPr>
        <p:spPr>
          <a:xfrm>
            <a:off x="5677429" y="1369367"/>
            <a:ext cx="5915735" cy="646113"/>
          </a:xfrm>
        </p:spPr>
        <p:txBody>
          <a:bodyPr anchor="ctr">
            <a:normAutofit/>
          </a:bodyPr>
          <a:lstStyle>
            <a:lvl1pPr marL="228600" indent="-228600">
              <a:buSzPct val="75000"/>
              <a:buFontTx/>
              <a:buBlip>
                <a:blip r:embed="rId4"/>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画像付き箇条書き</a:t>
            </a:r>
          </a:p>
        </p:txBody>
      </p:sp>
      <p:sp>
        <p:nvSpPr>
          <p:cNvPr id="18" name="テキスト プレースホルダー 3">
            <a:extLst>
              <a:ext uri="{FF2B5EF4-FFF2-40B4-BE49-F238E27FC236}">
                <a16:creationId xmlns:a16="http://schemas.microsoft.com/office/drawing/2014/main" id="{57B3A94A-C663-1824-CBFE-DA10FFB58411}"/>
              </a:ext>
            </a:extLst>
          </p:cNvPr>
          <p:cNvSpPr>
            <a:spLocks noGrp="1"/>
          </p:cNvSpPr>
          <p:nvPr>
            <p:ph type="body" sz="quarter" idx="14" hasCustomPrompt="1"/>
          </p:nvPr>
        </p:nvSpPr>
        <p:spPr>
          <a:xfrm>
            <a:off x="6055315" y="2327342"/>
            <a:ext cx="5262042" cy="2515179"/>
          </a:xfrm>
        </p:spPr>
        <p:txBody>
          <a:bodyPr anchor="t">
            <a:normAutofit/>
          </a:bodyPr>
          <a:lstStyle>
            <a:lvl1pPr marL="228600" indent="-228600">
              <a:lnSpc>
                <a:spcPct val="100000"/>
              </a:lnSpc>
              <a:buSzPct val="50000"/>
              <a:buFontTx/>
              <a:buBlip>
                <a:blip r:embed="rId5"/>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箇条書き</a:t>
            </a:r>
          </a:p>
        </p:txBody>
      </p:sp>
      <p:sp>
        <p:nvSpPr>
          <p:cNvPr id="11" name="スライド番号プレースホルダー 5">
            <a:extLst>
              <a:ext uri="{FF2B5EF4-FFF2-40B4-BE49-F238E27FC236}">
                <a16:creationId xmlns:a16="http://schemas.microsoft.com/office/drawing/2014/main" id="{4F800CE1-1BF7-379A-AAF4-9A4D5DF6B86B}"/>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2398140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descr="挿絵 が含まれている画像&#10;&#10;自動的に生成された説明">
            <a:extLst>
              <a:ext uri="{FF2B5EF4-FFF2-40B4-BE49-F238E27FC236}">
                <a16:creationId xmlns:a16="http://schemas.microsoft.com/office/drawing/2014/main" id="{F84AFFE2-0A10-682B-07A6-74A2E64B4251}"/>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9" name="テキスト プレースホルダー 3">
            <a:extLst>
              <a:ext uri="{FF2B5EF4-FFF2-40B4-BE49-F238E27FC236}">
                <a16:creationId xmlns:a16="http://schemas.microsoft.com/office/drawing/2014/main" id="{309B4728-C166-ECD6-E031-2AB2874E8945}"/>
              </a:ext>
            </a:extLst>
          </p:cNvPr>
          <p:cNvSpPr>
            <a:spLocks noGrp="1"/>
          </p:cNvSpPr>
          <p:nvPr>
            <p:ph type="body" sz="quarter" idx="13" hasCustomPrompt="1"/>
          </p:nvPr>
        </p:nvSpPr>
        <p:spPr>
          <a:xfrm>
            <a:off x="734823" y="1369367"/>
            <a:ext cx="5361177" cy="646113"/>
          </a:xfrm>
        </p:spPr>
        <p:txBody>
          <a:bodyPr anchor="ctr">
            <a:normAutofit/>
          </a:bodyPr>
          <a:lstStyle>
            <a:lvl1pPr marL="228600" indent="-228600">
              <a:buSzPct val="75000"/>
              <a:buFontTx/>
              <a:buBlip>
                <a:blip r:embed="rId4"/>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普通の箇条書き</a:t>
            </a:r>
          </a:p>
        </p:txBody>
      </p:sp>
      <p:sp>
        <p:nvSpPr>
          <p:cNvPr id="15" name="テキスト プレースホルダー 3">
            <a:extLst>
              <a:ext uri="{FF2B5EF4-FFF2-40B4-BE49-F238E27FC236}">
                <a16:creationId xmlns:a16="http://schemas.microsoft.com/office/drawing/2014/main" id="{74202369-0096-9C70-EBDF-85E9AA850BBC}"/>
              </a:ext>
            </a:extLst>
          </p:cNvPr>
          <p:cNvSpPr>
            <a:spLocks noGrp="1"/>
          </p:cNvSpPr>
          <p:nvPr>
            <p:ph type="body" sz="quarter" idx="14" hasCustomPrompt="1"/>
          </p:nvPr>
        </p:nvSpPr>
        <p:spPr>
          <a:xfrm>
            <a:off x="1327237" y="2388046"/>
            <a:ext cx="6843871" cy="2515179"/>
          </a:xfrm>
        </p:spPr>
        <p:txBody>
          <a:bodyPr anchor="t">
            <a:normAutofit/>
          </a:bodyPr>
          <a:lstStyle>
            <a:lvl1pPr marL="228600" indent="-228600">
              <a:lnSpc>
                <a:spcPct val="100000"/>
              </a:lnSpc>
              <a:buSzPct val="50000"/>
              <a:buFontTx/>
              <a:buBlip>
                <a:blip r:embed="rId5"/>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箇条書き</a:t>
            </a:r>
          </a:p>
        </p:txBody>
      </p:sp>
      <p:sp>
        <p:nvSpPr>
          <p:cNvPr id="11" name="スライド番号プレースホルダー 5">
            <a:extLst>
              <a:ext uri="{FF2B5EF4-FFF2-40B4-BE49-F238E27FC236}">
                <a16:creationId xmlns:a16="http://schemas.microsoft.com/office/drawing/2014/main" id="{F52A2633-93A3-0564-BE60-75F14BF64D37}"/>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1344630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タイトル スライド">
    <p:spTree>
      <p:nvGrpSpPr>
        <p:cNvPr id="1" name=""/>
        <p:cNvGrpSpPr/>
        <p:nvPr/>
      </p:nvGrpSpPr>
      <p:grpSpPr>
        <a:xfrm>
          <a:off x="0" y="0"/>
          <a:ext cx="0" cy="0"/>
          <a:chOff x="0" y="0"/>
          <a:chExt cx="0" cy="0"/>
        </a:xfrm>
      </p:grpSpPr>
      <p:sp>
        <p:nvSpPr>
          <p:cNvPr id="14" name="平行四辺形 13">
            <a:extLst>
              <a:ext uri="{FF2B5EF4-FFF2-40B4-BE49-F238E27FC236}">
                <a16:creationId xmlns:a16="http://schemas.microsoft.com/office/drawing/2014/main" id="{F9691B11-9732-4E2A-BAE7-2D31E3CB70EE}"/>
              </a:ext>
            </a:extLst>
          </p:cNvPr>
          <p:cNvSpPr/>
          <p:nvPr userDrawn="1"/>
        </p:nvSpPr>
        <p:spPr>
          <a:xfrm>
            <a:off x="952266" y="1784507"/>
            <a:ext cx="1473947" cy="82295"/>
          </a:xfrm>
          <a:prstGeom prst="parallelogram">
            <a:avLst/>
          </a:prstGeom>
          <a:solidFill>
            <a:srgbClr val="FCFA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平行四辺形 2">
            <a:extLst>
              <a:ext uri="{FF2B5EF4-FFF2-40B4-BE49-F238E27FC236}">
                <a16:creationId xmlns:a16="http://schemas.microsoft.com/office/drawing/2014/main" id="{B67EA106-11CA-1161-9C9D-0E0B56267B20}"/>
              </a:ext>
            </a:extLst>
          </p:cNvPr>
          <p:cNvSpPr/>
          <p:nvPr userDrawn="1"/>
        </p:nvSpPr>
        <p:spPr>
          <a:xfrm>
            <a:off x="5290456" y="448703"/>
            <a:ext cx="1611087" cy="87567"/>
          </a:xfrm>
          <a:prstGeom prst="parallelogram">
            <a:avLst/>
          </a:prstGeom>
          <a:solidFill>
            <a:srgbClr val="FCFA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2820440" cy="606287"/>
          </a:xfrm>
        </p:spPr>
        <p:txBody>
          <a:bodyPr>
            <a:normAutofit/>
          </a:bodyPr>
          <a:lstStyle>
            <a:lvl1pPr algn="l">
              <a:defRPr sz="2800" b="1">
                <a:solidFill>
                  <a:srgbClr val="375A7F"/>
                </a:solidFill>
                <a:latin typeface="+mn-ea"/>
                <a:ea typeface="+mn-ea"/>
              </a:defRPr>
            </a:lvl1pPr>
          </a:lstStyle>
          <a:p>
            <a:r>
              <a:rPr kumimoji="1" lang="ja-JP" altLang="en-US"/>
              <a:t>見出し</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descr="挿絵 が含まれている画像&#10;&#10;自動的に生成された説明">
            <a:extLst>
              <a:ext uri="{FF2B5EF4-FFF2-40B4-BE49-F238E27FC236}">
                <a16:creationId xmlns:a16="http://schemas.microsoft.com/office/drawing/2014/main" id="{F84AFFE2-0A10-682B-07A6-74A2E64B4251}"/>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16" name="テキスト プレースホルダー 3">
            <a:extLst>
              <a:ext uri="{FF2B5EF4-FFF2-40B4-BE49-F238E27FC236}">
                <a16:creationId xmlns:a16="http://schemas.microsoft.com/office/drawing/2014/main" id="{D221756B-E66A-571E-96E4-3395F3F0E86B}"/>
              </a:ext>
            </a:extLst>
          </p:cNvPr>
          <p:cNvSpPr>
            <a:spLocks noGrp="1"/>
          </p:cNvSpPr>
          <p:nvPr>
            <p:ph type="body" sz="quarter" idx="13" hasCustomPrompt="1"/>
          </p:nvPr>
        </p:nvSpPr>
        <p:spPr>
          <a:xfrm>
            <a:off x="279019" y="1421830"/>
            <a:ext cx="2820440" cy="646113"/>
          </a:xfrm>
        </p:spPr>
        <p:txBody>
          <a:bodyPr anchor="ctr">
            <a:normAutofit/>
          </a:bodyPr>
          <a:lstStyle>
            <a:lvl1pPr marL="0" indent="0" algn="ctr">
              <a:buSzPct val="75000"/>
              <a:buFontTx/>
              <a:buNone/>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タイトル</a:t>
            </a:r>
          </a:p>
        </p:txBody>
      </p:sp>
      <p:sp>
        <p:nvSpPr>
          <p:cNvPr id="17" name="テキスト プレースホルダー 3">
            <a:extLst>
              <a:ext uri="{FF2B5EF4-FFF2-40B4-BE49-F238E27FC236}">
                <a16:creationId xmlns:a16="http://schemas.microsoft.com/office/drawing/2014/main" id="{35F7032B-AAAF-2606-CC95-3FCEB6355ABD}"/>
              </a:ext>
            </a:extLst>
          </p:cNvPr>
          <p:cNvSpPr>
            <a:spLocks noGrp="1"/>
          </p:cNvSpPr>
          <p:nvPr>
            <p:ph type="body" sz="quarter" idx="14" hasCustomPrompt="1"/>
          </p:nvPr>
        </p:nvSpPr>
        <p:spPr>
          <a:xfrm>
            <a:off x="4685779" y="98528"/>
            <a:ext cx="2820440" cy="646113"/>
          </a:xfrm>
        </p:spPr>
        <p:txBody>
          <a:bodyPr anchor="ctr">
            <a:normAutofit/>
          </a:bodyPr>
          <a:lstStyle>
            <a:lvl1pPr marL="0" indent="0" algn="ctr">
              <a:buSzPct val="75000"/>
              <a:buFontTx/>
              <a:buNone/>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サブ見出し</a:t>
            </a:r>
          </a:p>
        </p:txBody>
      </p:sp>
      <p:sp>
        <p:nvSpPr>
          <p:cNvPr id="18" name="テキスト プレースホルダー 3">
            <a:extLst>
              <a:ext uri="{FF2B5EF4-FFF2-40B4-BE49-F238E27FC236}">
                <a16:creationId xmlns:a16="http://schemas.microsoft.com/office/drawing/2014/main" id="{9E6690A3-A567-8F20-A2AF-FD46554F77A1}"/>
              </a:ext>
            </a:extLst>
          </p:cNvPr>
          <p:cNvSpPr>
            <a:spLocks noGrp="1"/>
          </p:cNvSpPr>
          <p:nvPr>
            <p:ph type="body" sz="quarter" idx="15" hasCustomPrompt="1"/>
          </p:nvPr>
        </p:nvSpPr>
        <p:spPr>
          <a:xfrm>
            <a:off x="1327237" y="2388046"/>
            <a:ext cx="6843871" cy="2515179"/>
          </a:xfrm>
        </p:spPr>
        <p:txBody>
          <a:bodyPr anchor="t">
            <a:normAutofit/>
          </a:bodyPr>
          <a:lstStyle>
            <a:lvl1pPr marL="228600" indent="-228600">
              <a:lnSpc>
                <a:spcPct val="100000"/>
              </a:lnSpc>
              <a:buSzPct val="50000"/>
              <a:buFontTx/>
              <a:buBlip>
                <a:blip r:embed="rId5"/>
              </a:buBlip>
              <a:defRPr sz="2400" b="1">
                <a:solidFill>
                  <a:srgbClr val="375A7F"/>
                </a:solidFill>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kumimoji="1" lang="ja-JP" altLang="en-US"/>
              <a:t>箇条書き</a:t>
            </a:r>
          </a:p>
        </p:txBody>
      </p:sp>
      <p:sp>
        <p:nvSpPr>
          <p:cNvPr id="12" name="スライド番号プレースホルダー 5">
            <a:extLst>
              <a:ext uri="{FF2B5EF4-FFF2-40B4-BE49-F238E27FC236}">
                <a16:creationId xmlns:a16="http://schemas.microsoft.com/office/drawing/2014/main" id="{8D5BB442-D0A8-DF2B-DE9E-327EF256B01F}"/>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43422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参考資料</a:t>
            </a:r>
            <a:r>
              <a:rPr kumimoji="1" lang="en-US" altLang="ja-JP" dirty="0"/>
              <a:t>(</a:t>
            </a:r>
            <a:r>
              <a:rPr kumimoji="1" lang="ja-JP" altLang="en-US"/>
              <a:t>素材系</a:t>
            </a:r>
            <a:r>
              <a:rPr kumimoji="1" lang="en-US" altLang="ja-JP" dirty="0"/>
              <a:t>)</a:t>
            </a:r>
            <a:endParaRPr kumimoji="1" lang="ja-JP" altLang="en-US"/>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D6AD70B-0A76-9FAB-D4B4-D6CC293B20B2}"/>
              </a:ext>
            </a:extLst>
          </p:cNvPr>
          <p:cNvSpPr txBox="1"/>
          <p:nvPr userDrawn="1"/>
        </p:nvSpPr>
        <p:spPr>
          <a:xfrm>
            <a:off x="754702" y="1369367"/>
            <a:ext cx="3799882" cy="461665"/>
          </a:xfrm>
          <a:prstGeom prst="rect">
            <a:avLst/>
          </a:prstGeom>
          <a:noFill/>
        </p:spPr>
        <p:txBody>
          <a:bodyPr wrap="square" rtlCol="0">
            <a:spAutoFit/>
          </a:bodyPr>
          <a:lstStyle/>
          <a:p>
            <a:pPr marL="342900" indent="-342900">
              <a:buClr>
                <a:srgbClr val="FCFA70"/>
              </a:buClr>
              <a:buSzPct val="75000"/>
              <a:buFontTx/>
              <a:buBlip>
                <a:blip r:embed="rId3"/>
              </a:buBlip>
            </a:pPr>
            <a:r>
              <a:rPr kumimoji="1" lang="ja-JP" altLang="en-US" sz="2400" b="1">
                <a:solidFill>
                  <a:srgbClr val="375A7F"/>
                </a:solidFill>
              </a:rPr>
              <a:t>おすすめアイコン</a:t>
            </a:r>
            <a:endParaRPr kumimoji="1" lang="en-US" altLang="ja-JP" sz="2400" b="1" dirty="0">
              <a:solidFill>
                <a:srgbClr val="375A7F"/>
              </a:solidFill>
            </a:endParaRPr>
          </a:p>
        </p:txBody>
      </p:sp>
      <p:sp>
        <p:nvSpPr>
          <p:cNvPr id="12" name="テキスト ボックス 11">
            <a:extLst>
              <a:ext uri="{FF2B5EF4-FFF2-40B4-BE49-F238E27FC236}">
                <a16:creationId xmlns:a16="http://schemas.microsoft.com/office/drawing/2014/main" id="{AFD3112F-E856-CB37-3E39-FD001A55D135}"/>
              </a:ext>
            </a:extLst>
          </p:cNvPr>
          <p:cNvSpPr txBox="1"/>
          <p:nvPr userDrawn="1"/>
        </p:nvSpPr>
        <p:spPr>
          <a:xfrm>
            <a:off x="1419040" y="2594168"/>
            <a:ext cx="8926743" cy="2255554"/>
          </a:xfrm>
          <a:prstGeom prst="rect">
            <a:avLst/>
          </a:prstGeom>
          <a:noFill/>
        </p:spPr>
        <p:txBody>
          <a:bodyPr wrap="square" rtlCol="0">
            <a:spAutoFit/>
          </a:bodyPr>
          <a:lstStyle/>
          <a:p>
            <a:pPr marL="342900" indent="-342900">
              <a:lnSpc>
                <a:spcPct val="150000"/>
              </a:lnSpc>
              <a:buClr>
                <a:srgbClr val="FCFA70"/>
              </a:buClr>
              <a:buSzPct val="50000"/>
              <a:buFontTx/>
              <a:buBlip>
                <a:blip r:embed="rId4"/>
              </a:buBlip>
            </a:pPr>
            <a:r>
              <a:rPr kumimoji="1" lang="en-US" altLang="ja-JP" sz="2400" b="1" dirty="0">
                <a:solidFill>
                  <a:srgbClr val="375A7F"/>
                </a:solidFill>
              </a:rPr>
              <a:t>Google</a:t>
            </a:r>
            <a:r>
              <a:rPr kumimoji="1" lang="ja-JP" altLang="en-US" sz="2400" b="1">
                <a:solidFill>
                  <a:srgbClr val="375A7F"/>
                </a:solidFill>
              </a:rPr>
              <a:t>の</a:t>
            </a:r>
            <a:r>
              <a:rPr kumimoji="1" lang="en-US" altLang="ja-JP" sz="2400" b="1" dirty="0">
                <a:solidFill>
                  <a:srgbClr val="375A7F"/>
                </a:solidFill>
              </a:rPr>
              <a:t>Material Icons (https://fonts.google.com/icons)</a:t>
            </a:r>
          </a:p>
          <a:p>
            <a:pPr marL="342900" indent="-342900">
              <a:lnSpc>
                <a:spcPct val="150000"/>
              </a:lnSpc>
              <a:buClr>
                <a:srgbClr val="FCFA70"/>
              </a:buClr>
              <a:buSzPct val="50000"/>
              <a:buFontTx/>
              <a:buBlip>
                <a:blip r:embed="rId4"/>
              </a:buBlip>
            </a:pPr>
            <a:r>
              <a:rPr kumimoji="1" lang="en-US" altLang="ja-JP" sz="2400" b="1" dirty="0">
                <a:solidFill>
                  <a:srgbClr val="375A7F"/>
                </a:solidFill>
              </a:rPr>
              <a:t>flaticon.com←svg download</a:t>
            </a:r>
            <a:r>
              <a:rPr kumimoji="1" lang="ja-JP" altLang="en-US" sz="2400" b="1">
                <a:solidFill>
                  <a:srgbClr val="375A7F"/>
                </a:solidFill>
              </a:rPr>
              <a:t>が</a:t>
            </a:r>
            <a:r>
              <a:rPr kumimoji="1" lang="en-US" altLang="ja-JP" sz="2400" b="1" dirty="0">
                <a:solidFill>
                  <a:srgbClr val="375A7F"/>
                </a:solidFill>
              </a:rPr>
              <a:t>premium</a:t>
            </a:r>
            <a:r>
              <a:rPr kumimoji="1" lang="ja-JP" altLang="en-US" sz="2400" b="1">
                <a:solidFill>
                  <a:srgbClr val="375A7F"/>
                </a:solidFill>
              </a:rPr>
              <a:t>になってしまった</a:t>
            </a:r>
            <a:endParaRPr kumimoji="1" lang="en-US" altLang="ja-JP" sz="2400" b="1" dirty="0">
              <a:solidFill>
                <a:srgbClr val="375A7F"/>
              </a:solidFill>
            </a:endParaRPr>
          </a:p>
          <a:p>
            <a:pPr marL="342900" indent="-342900">
              <a:lnSpc>
                <a:spcPct val="150000"/>
              </a:lnSpc>
              <a:buClr>
                <a:srgbClr val="FCFA70"/>
              </a:buClr>
              <a:buSzPct val="50000"/>
              <a:buFontTx/>
              <a:buBlip>
                <a:blip r:embed="rId4"/>
              </a:buBlip>
            </a:pPr>
            <a:r>
              <a:rPr kumimoji="1" lang="en-US" altLang="ja-JP" sz="2400" b="1" dirty="0">
                <a:solidFill>
                  <a:srgbClr val="375A7F"/>
                </a:solidFill>
              </a:rPr>
              <a:t>ICOOON MONO (https://icooon-mono.com)</a:t>
            </a:r>
          </a:p>
        </p:txBody>
      </p:sp>
      <p:pic>
        <p:nvPicPr>
          <p:cNvPr id="8" name="図 7" descr="挿絵 が含まれている画像&#10;&#10;自動的に生成された説明">
            <a:extLst>
              <a:ext uri="{FF2B5EF4-FFF2-40B4-BE49-F238E27FC236}">
                <a16:creationId xmlns:a16="http://schemas.microsoft.com/office/drawing/2014/main" id="{9AEC8A6C-0FEC-E42D-377B-E1F0F2E1A92D}"/>
              </a:ext>
            </a:extLst>
          </p:cNvPr>
          <p:cNvPicPr>
            <a:picLocks noChangeAspect="1"/>
          </p:cNvPicPr>
          <p:nvPr userDrawn="1"/>
        </p:nvPicPr>
        <p:blipFill>
          <a:blip r:embed="rId5"/>
          <a:stretch>
            <a:fillRect/>
          </a:stretch>
        </p:blipFill>
        <p:spPr>
          <a:xfrm>
            <a:off x="11531885" y="258934"/>
            <a:ext cx="396680" cy="365125"/>
          </a:xfrm>
          <a:prstGeom prst="rect">
            <a:avLst/>
          </a:prstGeom>
        </p:spPr>
      </p:pic>
      <p:sp>
        <p:nvSpPr>
          <p:cNvPr id="9" name="スライド番号プレースホルダー 5">
            <a:extLst>
              <a:ext uri="{FF2B5EF4-FFF2-40B4-BE49-F238E27FC236}">
                <a16:creationId xmlns:a16="http://schemas.microsoft.com/office/drawing/2014/main" id="{D4B5D5FF-43B9-D9ED-7D69-C67099405C1E}"/>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3066812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参考資料</a:t>
            </a:r>
            <a:r>
              <a:rPr kumimoji="1" lang="en-US" altLang="ja-JP" dirty="0"/>
              <a:t>(</a:t>
            </a:r>
            <a:r>
              <a:rPr kumimoji="1" lang="ja-JP" altLang="en-US"/>
              <a:t>素材系</a:t>
            </a:r>
            <a:r>
              <a:rPr kumimoji="1" lang="en-US" altLang="ja-JP" dirty="0"/>
              <a:t>)</a:t>
            </a:r>
            <a:endParaRPr kumimoji="1" lang="ja-JP" altLang="en-US"/>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D6AD70B-0A76-9FAB-D4B4-D6CC293B20B2}"/>
              </a:ext>
            </a:extLst>
          </p:cNvPr>
          <p:cNvSpPr txBox="1"/>
          <p:nvPr userDrawn="1"/>
        </p:nvSpPr>
        <p:spPr>
          <a:xfrm>
            <a:off x="754702" y="1369367"/>
            <a:ext cx="3799882" cy="461665"/>
          </a:xfrm>
          <a:prstGeom prst="rect">
            <a:avLst/>
          </a:prstGeom>
          <a:noFill/>
        </p:spPr>
        <p:txBody>
          <a:bodyPr wrap="square" rtlCol="0">
            <a:spAutoFit/>
          </a:bodyPr>
          <a:lstStyle/>
          <a:p>
            <a:pPr marL="342900" indent="-342900">
              <a:buClr>
                <a:srgbClr val="FCFA70"/>
              </a:buClr>
              <a:buSzPct val="75000"/>
              <a:buFontTx/>
              <a:buBlip>
                <a:blip r:embed="rId3"/>
              </a:buBlip>
            </a:pPr>
            <a:r>
              <a:rPr kumimoji="1" lang="ja-JP" altLang="en-US" sz="2400" b="1">
                <a:solidFill>
                  <a:srgbClr val="375A7F"/>
                </a:solidFill>
              </a:rPr>
              <a:t>おすすめイラスト素材</a:t>
            </a:r>
            <a:endParaRPr kumimoji="1" lang="en-US" altLang="ja-JP" sz="2400" b="1" dirty="0">
              <a:solidFill>
                <a:srgbClr val="375A7F"/>
              </a:solidFill>
            </a:endParaRPr>
          </a:p>
        </p:txBody>
      </p:sp>
      <p:sp>
        <p:nvSpPr>
          <p:cNvPr id="12" name="テキスト ボックス 11">
            <a:extLst>
              <a:ext uri="{FF2B5EF4-FFF2-40B4-BE49-F238E27FC236}">
                <a16:creationId xmlns:a16="http://schemas.microsoft.com/office/drawing/2014/main" id="{AFD3112F-E856-CB37-3E39-FD001A55D135}"/>
              </a:ext>
            </a:extLst>
          </p:cNvPr>
          <p:cNvSpPr txBox="1"/>
          <p:nvPr userDrawn="1"/>
        </p:nvSpPr>
        <p:spPr>
          <a:xfrm>
            <a:off x="1349372" y="2173932"/>
            <a:ext cx="8926743" cy="593560"/>
          </a:xfrm>
          <a:prstGeom prst="rect">
            <a:avLst/>
          </a:prstGeom>
          <a:noFill/>
        </p:spPr>
        <p:txBody>
          <a:bodyPr wrap="square" rtlCol="0">
            <a:spAutoFit/>
          </a:bodyPr>
          <a:lstStyle/>
          <a:p>
            <a:pPr marL="342900" indent="-342900">
              <a:lnSpc>
                <a:spcPct val="150000"/>
              </a:lnSpc>
              <a:buClr>
                <a:srgbClr val="FCFA70"/>
              </a:buClr>
              <a:buSzPct val="50000"/>
              <a:buFontTx/>
              <a:buBlip>
                <a:blip r:embed="rId4"/>
              </a:buBlip>
            </a:pPr>
            <a:r>
              <a:rPr kumimoji="1" lang="en-US" altLang="ja-JP" sz="2400" b="1" dirty="0">
                <a:solidFill>
                  <a:srgbClr val="375A7F"/>
                </a:solidFill>
              </a:rPr>
              <a:t>storyset (https://storyset.com/)</a:t>
            </a:r>
          </a:p>
        </p:txBody>
      </p:sp>
      <p:pic>
        <p:nvPicPr>
          <p:cNvPr id="4" name="図 3" descr="グラフィカル ユーザー インターフェイス, アプリケーション&#10;&#10;自動的に生成された説明">
            <a:extLst>
              <a:ext uri="{FF2B5EF4-FFF2-40B4-BE49-F238E27FC236}">
                <a16:creationId xmlns:a16="http://schemas.microsoft.com/office/drawing/2014/main" id="{7199D9BD-6652-2D85-0996-E3567E7B815B}"/>
              </a:ext>
            </a:extLst>
          </p:cNvPr>
          <p:cNvPicPr>
            <a:picLocks noChangeAspect="1"/>
          </p:cNvPicPr>
          <p:nvPr userDrawn="1"/>
        </p:nvPicPr>
        <p:blipFill>
          <a:blip r:embed="rId5"/>
          <a:stretch>
            <a:fillRect/>
          </a:stretch>
        </p:blipFill>
        <p:spPr>
          <a:xfrm>
            <a:off x="7725694" y="1921068"/>
            <a:ext cx="4263832" cy="4263832"/>
          </a:xfrm>
          <a:prstGeom prst="rect">
            <a:avLst/>
          </a:prstGeom>
        </p:spPr>
      </p:pic>
      <p:pic>
        <p:nvPicPr>
          <p:cNvPr id="9" name="図 8" descr="挿絵 が含まれている画像&#10;&#10;自動的に生成された説明">
            <a:extLst>
              <a:ext uri="{FF2B5EF4-FFF2-40B4-BE49-F238E27FC236}">
                <a16:creationId xmlns:a16="http://schemas.microsoft.com/office/drawing/2014/main" id="{45481F9A-B042-D7CE-5C06-C0DF2F3C0FF1}"/>
              </a:ext>
            </a:extLst>
          </p:cNvPr>
          <p:cNvPicPr>
            <a:picLocks noChangeAspect="1"/>
          </p:cNvPicPr>
          <p:nvPr userDrawn="1"/>
        </p:nvPicPr>
        <p:blipFill>
          <a:blip r:embed="rId6"/>
          <a:stretch>
            <a:fillRect/>
          </a:stretch>
        </p:blipFill>
        <p:spPr>
          <a:xfrm>
            <a:off x="11531885" y="258934"/>
            <a:ext cx="396680" cy="365125"/>
          </a:xfrm>
          <a:prstGeom prst="rect">
            <a:avLst/>
          </a:prstGeom>
        </p:spPr>
      </p:pic>
      <p:sp>
        <p:nvSpPr>
          <p:cNvPr id="13" name="スライド番号プレースホルダー 5">
            <a:extLst>
              <a:ext uri="{FF2B5EF4-FFF2-40B4-BE49-F238E27FC236}">
                <a16:creationId xmlns:a16="http://schemas.microsoft.com/office/drawing/2014/main" id="{B27756A7-9568-7090-9DF3-27DF37BAE114}"/>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2613552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参考資料</a:t>
            </a:r>
            <a:r>
              <a:rPr kumimoji="1" lang="en-US" altLang="ja-JP" dirty="0"/>
              <a:t>(</a:t>
            </a:r>
            <a:r>
              <a:rPr kumimoji="1" lang="ja-JP" altLang="en-US"/>
              <a:t>素材系</a:t>
            </a:r>
            <a:r>
              <a:rPr kumimoji="1" lang="en-US" altLang="ja-JP" dirty="0"/>
              <a:t>)</a:t>
            </a:r>
            <a:endParaRPr kumimoji="1" lang="ja-JP" altLang="en-US"/>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D6AD70B-0A76-9FAB-D4B4-D6CC293B20B2}"/>
              </a:ext>
            </a:extLst>
          </p:cNvPr>
          <p:cNvSpPr txBox="1"/>
          <p:nvPr userDrawn="1"/>
        </p:nvSpPr>
        <p:spPr>
          <a:xfrm>
            <a:off x="754702" y="1369367"/>
            <a:ext cx="3799882" cy="461665"/>
          </a:xfrm>
          <a:prstGeom prst="rect">
            <a:avLst/>
          </a:prstGeom>
          <a:noFill/>
        </p:spPr>
        <p:txBody>
          <a:bodyPr wrap="square" rtlCol="0">
            <a:spAutoFit/>
          </a:bodyPr>
          <a:lstStyle/>
          <a:p>
            <a:pPr marL="342900" indent="-342900">
              <a:buClr>
                <a:srgbClr val="FCFA70"/>
              </a:buClr>
              <a:buSzPct val="75000"/>
              <a:buFontTx/>
              <a:buBlip>
                <a:blip r:embed="rId3"/>
              </a:buBlip>
            </a:pPr>
            <a:r>
              <a:rPr kumimoji="1" lang="ja-JP" altLang="en-US" sz="2400" b="1">
                <a:solidFill>
                  <a:srgbClr val="375A7F"/>
                </a:solidFill>
              </a:rPr>
              <a:t>おすすめおしゃれ画像</a:t>
            </a:r>
            <a:endParaRPr kumimoji="1" lang="en-US" altLang="ja-JP" sz="2400" b="1" dirty="0">
              <a:solidFill>
                <a:srgbClr val="375A7F"/>
              </a:solidFill>
            </a:endParaRPr>
          </a:p>
        </p:txBody>
      </p:sp>
      <p:sp>
        <p:nvSpPr>
          <p:cNvPr id="12" name="テキスト ボックス 11">
            <a:extLst>
              <a:ext uri="{FF2B5EF4-FFF2-40B4-BE49-F238E27FC236}">
                <a16:creationId xmlns:a16="http://schemas.microsoft.com/office/drawing/2014/main" id="{AFD3112F-E856-CB37-3E39-FD001A55D135}"/>
              </a:ext>
            </a:extLst>
          </p:cNvPr>
          <p:cNvSpPr txBox="1"/>
          <p:nvPr userDrawn="1"/>
        </p:nvSpPr>
        <p:spPr>
          <a:xfrm>
            <a:off x="7289073" y="2200904"/>
            <a:ext cx="4902927" cy="1147558"/>
          </a:xfrm>
          <a:prstGeom prst="rect">
            <a:avLst/>
          </a:prstGeom>
          <a:noFill/>
        </p:spPr>
        <p:txBody>
          <a:bodyPr wrap="square" rtlCol="0">
            <a:spAutoFit/>
          </a:bodyPr>
          <a:lstStyle/>
          <a:p>
            <a:pPr marL="342900" indent="-342900">
              <a:lnSpc>
                <a:spcPct val="150000"/>
              </a:lnSpc>
              <a:buClr>
                <a:srgbClr val="FCFA70"/>
              </a:buClr>
              <a:buSzPct val="50000"/>
              <a:buFontTx/>
              <a:buBlip>
                <a:blip r:embed="rId4"/>
              </a:buBlip>
            </a:pPr>
            <a:r>
              <a:rPr kumimoji="1" lang="en-US" altLang="ja-JP" sz="2400" b="1" dirty="0">
                <a:solidFill>
                  <a:srgbClr val="375A7F"/>
                </a:solidFill>
              </a:rPr>
              <a:t>unsplash (https://unsplash.com)</a:t>
            </a:r>
          </a:p>
        </p:txBody>
      </p:sp>
      <p:pic>
        <p:nvPicPr>
          <p:cNvPr id="7" name="図 6" descr="グラフィカル ユーザー インターフェイス, アプリケーション&#10;&#10;自動的に生成された説明">
            <a:extLst>
              <a:ext uri="{FF2B5EF4-FFF2-40B4-BE49-F238E27FC236}">
                <a16:creationId xmlns:a16="http://schemas.microsoft.com/office/drawing/2014/main" id="{F09A218E-9471-F6B1-5725-A5E9335CDD58}"/>
              </a:ext>
            </a:extLst>
          </p:cNvPr>
          <p:cNvPicPr>
            <a:picLocks noChangeAspect="1"/>
          </p:cNvPicPr>
          <p:nvPr userDrawn="1"/>
        </p:nvPicPr>
        <p:blipFill>
          <a:blip r:embed="rId5"/>
          <a:stretch>
            <a:fillRect/>
          </a:stretch>
        </p:blipFill>
        <p:spPr>
          <a:xfrm>
            <a:off x="754702" y="2046383"/>
            <a:ext cx="5857170" cy="3566475"/>
          </a:xfrm>
          <a:prstGeom prst="rect">
            <a:avLst/>
          </a:prstGeom>
        </p:spPr>
      </p:pic>
      <p:pic>
        <p:nvPicPr>
          <p:cNvPr id="13" name="図 12" descr="挿絵 が含まれている画像&#10;&#10;自動的に生成された説明">
            <a:extLst>
              <a:ext uri="{FF2B5EF4-FFF2-40B4-BE49-F238E27FC236}">
                <a16:creationId xmlns:a16="http://schemas.microsoft.com/office/drawing/2014/main" id="{74F107D5-7D13-6090-72D9-B6EC1E4AE3C1}"/>
              </a:ext>
            </a:extLst>
          </p:cNvPr>
          <p:cNvPicPr>
            <a:picLocks noChangeAspect="1"/>
          </p:cNvPicPr>
          <p:nvPr userDrawn="1"/>
        </p:nvPicPr>
        <p:blipFill>
          <a:blip r:embed="rId6"/>
          <a:stretch>
            <a:fillRect/>
          </a:stretch>
        </p:blipFill>
        <p:spPr>
          <a:xfrm>
            <a:off x="11531885" y="258934"/>
            <a:ext cx="396680" cy="365125"/>
          </a:xfrm>
          <a:prstGeom prst="rect">
            <a:avLst/>
          </a:prstGeom>
        </p:spPr>
      </p:pic>
      <p:sp>
        <p:nvSpPr>
          <p:cNvPr id="14" name="スライド番号プレースホルダー 5">
            <a:extLst>
              <a:ext uri="{FF2B5EF4-FFF2-40B4-BE49-F238E27FC236}">
                <a16:creationId xmlns:a16="http://schemas.microsoft.com/office/drawing/2014/main" id="{8D32CAD7-29E7-F13B-53E8-E89EFA760D3B}"/>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1345248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6171476" cy="606287"/>
          </a:xfrm>
        </p:spPr>
        <p:txBody>
          <a:bodyPr>
            <a:normAutofit/>
          </a:bodyPr>
          <a:lstStyle>
            <a:lvl1pPr algn="l">
              <a:defRPr sz="2800" b="1">
                <a:solidFill>
                  <a:srgbClr val="375A7F"/>
                </a:solidFill>
                <a:latin typeface="+mn-ea"/>
                <a:ea typeface="+mn-ea"/>
              </a:defRPr>
            </a:lvl1pPr>
          </a:lstStyle>
          <a:p>
            <a:r>
              <a:rPr kumimoji="1" lang="ja-JP" altLang="en-US"/>
              <a:t>参考資料</a:t>
            </a:r>
            <a:r>
              <a:rPr kumimoji="1" lang="en-US" altLang="ja-JP" dirty="0"/>
              <a:t>(</a:t>
            </a:r>
            <a:r>
              <a:rPr kumimoji="1" lang="ja-JP" altLang="en-US"/>
              <a:t>統一性を保つために</a:t>
            </a:r>
            <a:r>
              <a:rPr kumimoji="1" lang="en-US" altLang="ja-JP" dirty="0"/>
              <a:t>)</a:t>
            </a:r>
            <a:endParaRPr kumimoji="1" lang="ja-JP" altLang="en-US"/>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D6AD70B-0A76-9FAB-D4B4-D6CC293B20B2}"/>
              </a:ext>
            </a:extLst>
          </p:cNvPr>
          <p:cNvSpPr txBox="1"/>
          <p:nvPr userDrawn="1"/>
        </p:nvSpPr>
        <p:spPr>
          <a:xfrm>
            <a:off x="754702" y="1369367"/>
            <a:ext cx="3799882" cy="461665"/>
          </a:xfrm>
          <a:prstGeom prst="rect">
            <a:avLst/>
          </a:prstGeom>
          <a:noFill/>
        </p:spPr>
        <p:txBody>
          <a:bodyPr wrap="square" rtlCol="0">
            <a:spAutoFit/>
          </a:bodyPr>
          <a:lstStyle/>
          <a:p>
            <a:pPr marL="342900" indent="-342900">
              <a:buClr>
                <a:srgbClr val="FCFA70"/>
              </a:buClr>
              <a:buSzPct val="75000"/>
              <a:buFontTx/>
              <a:buBlip>
                <a:blip r:embed="rId3"/>
              </a:buBlip>
            </a:pPr>
            <a:r>
              <a:rPr kumimoji="1" lang="ja-JP" altLang="en-US" sz="2400" b="1">
                <a:solidFill>
                  <a:srgbClr val="375A7F"/>
                </a:solidFill>
              </a:rPr>
              <a:t>色について</a:t>
            </a:r>
            <a:endParaRPr kumimoji="1" lang="en-US" altLang="ja-JP" sz="2400" b="1" dirty="0">
              <a:solidFill>
                <a:srgbClr val="375A7F"/>
              </a:solidFill>
            </a:endParaRPr>
          </a:p>
        </p:txBody>
      </p:sp>
      <p:pic>
        <p:nvPicPr>
          <p:cNvPr id="4" name="図 3">
            <a:extLst>
              <a:ext uri="{FF2B5EF4-FFF2-40B4-BE49-F238E27FC236}">
                <a16:creationId xmlns:a16="http://schemas.microsoft.com/office/drawing/2014/main" id="{DA60AF3D-8CF4-2C44-C1D0-D12F084848A7}"/>
              </a:ext>
            </a:extLst>
          </p:cNvPr>
          <p:cNvPicPr>
            <a:picLocks noChangeAspect="1"/>
          </p:cNvPicPr>
          <p:nvPr userDrawn="1"/>
        </p:nvPicPr>
        <p:blipFill>
          <a:blip r:embed="rId4"/>
          <a:stretch>
            <a:fillRect/>
          </a:stretch>
        </p:blipFill>
        <p:spPr>
          <a:xfrm>
            <a:off x="7372566" y="648541"/>
            <a:ext cx="4540414" cy="5461010"/>
          </a:xfrm>
          <a:prstGeom prst="rect">
            <a:avLst/>
          </a:prstGeom>
        </p:spPr>
      </p:pic>
      <p:sp>
        <p:nvSpPr>
          <p:cNvPr id="13" name="テキスト ボックス 12">
            <a:extLst>
              <a:ext uri="{FF2B5EF4-FFF2-40B4-BE49-F238E27FC236}">
                <a16:creationId xmlns:a16="http://schemas.microsoft.com/office/drawing/2014/main" id="{24EFDE0F-3003-17A0-8C99-7EADF61F65A2}"/>
              </a:ext>
            </a:extLst>
          </p:cNvPr>
          <p:cNvSpPr txBox="1"/>
          <p:nvPr userDrawn="1"/>
        </p:nvSpPr>
        <p:spPr>
          <a:xfrm>
            <a:off x="1096821" y="2158978"/>
            <a:ext cx="5756466" cy="1147558"/>
          </a:xfrm>
          <a:prstGeom prst="rect">
            <a:avLst/>
          </a:prstGeom>
          <a:noFill/>
        </p:spPr>
        <p:txBody>
          <a:bodyPr wrap="square" rtlCol="0">
            <a:spAutoFit/>
          </a:bodyPr>
          <a:lstStyle/>
          <a:p>
            <a:pPr marL="342900" indent="-342900">
              <a:lnSpc>
                <a:spcPct val="150000"/>
              </a:lnSpc>
              <a:buClr>
                <a:srgbClr val="FCFA70"/>
              </a:buClr>
              <a:buSzPct val="50000"/>
              <a:buFontTx/>
              <a:buBlip>
                <a:blip r:embed="rId5"/>
              </a:buBlip>
            </a:pPr>
            <a:r>
              <a:rPr kumimoji="1" lang="ja-JP" altLang="en-US" sz="2400" b="1">
                <a:solidFill>
                  <a:srgbClr val="375A7F"/>
                </a:solidFill>
              </a:rPr>
              <a:t>基本はメインカラーを使う感じで</a:t>
            </a:r>
            <a:endParaRPr kumimoji="1" lang="en-US" altLang="ja-JP" sz="2400" b="1" dirty="0">
              <a:solidFill>
                <a:srgbClr val="375A7F"/>
              </a:solidFill>
            </a:endParaRPr>
          </a:p>
          <a:p>
            <a:pPr marL="342900" indent="-342900">
              <a:lnSpc>
                <a:spcPct val="150000"/>
              </a:lnSpc>
              <a:buClr>
                <a:srgbClr val="FCFA70"/>
              </a:buClr>
              <a:buSzPct val="50000"/>
              <a:buFontTx/>
              <a:buBlip>
                <a:blip r:embed="rId5"/>
              </a:buBlip>
            </a:pPr>
            <a:r>
              <a:rPr kumimoji="1" lang="ja-JP" altLang="en-US" sz="2400" b="1">
                <a:solidFill>
                  <a:srgbClr val="375A7F"/>
                </a:solidFill>
              </a:rPr>
              <a:t>このパレット以外の色は基本使わない</a:t>
            </a:r>
            <a:endParaRPr kumimoji="1" lang="en-US" altLang="ja-JP" sz="2400" b="1" dirty="0">
              <a:solidFill>
                <a:srgbClr val="375A7F"/>
              </a:solidFill>
            </a:endParaRPr>
          </a:p>
        </p:txBody>
      </p:sp>
      <p:pic>
        <p:nvPicPr>
          <p:cNvPr id="14" name="図 13" descr="挿絵 が含まれている画像&#10;&#10;自動的に生成された説明">
            <a:extLst>
              <a:ext uri="{FF2B5EF4-FFF2-40B4-BE49-F238E27FC236}">
                <a16:creationId xmlns:a16="http://schemas.microsoft.com/office/drawing/2014/main" id="{E9FFC2F1-EDEA-9A09-6E02-9805ADB79698}"/>
              </a:ext>
            </a:extLst>
          </p:cNvPr>
          <p:cNvPicPr>
            <a:picLocks noChangeAspect="1"/>
          </p:cNvPicPr>
          <p:nvPr userDrawn="1"/>
        </p:nvPicPr>
        <p:blipFill>
          <a:blip r:embed="rId6"/>
          <a:stretch>
            <a:fillRect/>
          </a:stretch>
        </p:blipFill>
        <p:spPr>
          <a:xfrm>
            <a:off x="11531885" y="258934"/>
            <a:ext cx="396680" cy="365125"/>
          </a:xfrm>
          <a:prstGeom prst="rect">
            <a:avLst/>
          </a:prstGeom>
        </p:spPr>
      </p:pic>
      <p:sp>
        <p:nvSpPr>
          <p:cNvPr id="12" name="スライド番号プレースホルダー 5">
            <a:extLst>
              <a:ext uri="{FF2B5EF4-FFF2-40B4-BE49-F238E27FC236}">
                <a16:creationId xmlns:a16="http://schemas.microsoft.com/office/drawing/2014/main" id="{0F108008-7FC3-AF1B-15D6-384AC1AC4344}"/>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3662663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19" y="138354"/>
            <a:ext cx="5694397" cy="606287"/>
          </a:xfrm>
        </p:spPr>
        <p:txBody>
          <a:bodyPr>
            <a:normAutofit/>
          </a:bodyPr>
          <a:lstStyle>
            <a:lvl1pPr algn="l">
              <a:defRPr sz="2800" b="1">
                <a:solidFill>
                  <a:srgbClr val="375A7F"/>
                </a:solidFill>
                <a:latin typeface="+mn-ea"/>
                <a:ea typeface="+mn-ea"/>
              </a:defRPr>
            </a:lvl1pPr>
          </a:lstStyle>
          <a:p>
            <a:r>
              <a:rPr kumimoji="1" lang="ja-JP" altLang="en-US"/>
              <a:t>参考資料</a:t>
            </a:r>
            <a:r>
              <a:rPr kumimoji="1" lang="en-US" altLang="ja-JP" dirty="0"/>
              <a:t>(</a:t>
            </a:r>
            <a:r>
              <a:rPr kumimoji="1" lang="ja-JP" altLang="en-US"/>
              <a:t>統一性を保つために</a:t>
            </a:r>
            <a:r>
              <a:rPr kumimoji="1" lang="en-US" altLang="ja-JP" dirty="0"/>
              <a:t>)</a:t>
            </a:r>
            <a:endParaRPr kumimoji="1" lang="ja-JP" altLang="en-US"/>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D6AD70B-0A76-9FAB-D4B4-D6CC293B20B2}"/>
              </a:ext>
            </a:extLst>
          </p:cNvPr>
          <p:cNvSpPr txBox="1"/>
          <p:nvPr userDrawn="1"/>
        </p:nvSpPr>
        <p:spPr>
          <a:xfrm>
            <a:off x="754702" y="1369367"/>
            <a:ext cx="3799882" cy="461665"/>
          </a:xfrm>
          <a:prstGeom prst="rect">
            <a:avLst/>
          </a:prstGeom>
          <a:noFill/>
        </p:spPr>
        <p:txBody>
          <a:bodyPr wrap="square" rtlCol="0">
            <a:spAutoFit/>
          </a:bodyPr>
          <a:lstStyle/>
          <a:p>
            <a:pPr marL="342900" indent="-342900">
              <a:buClr>
                <a:srgbClr val="FCFA70"/>
              </a:buClr>
              <a:buSzPct val="75000"/>
              <a:buFontTx/>
              <a:buBlip>
                <a:blip r:embed="rId3"/>
              </a:buBlip>
            </a:pPr>
            <a:r>
              <a:rPr kumimoji="1" lang="ja-JP" altLang="en-US" sz="2400" b="1">
                <a:solidFill>
                  <a:srgbClr val="375A7F"/>
                </a:solidFill>
              </a:rPr>
              <a:t>図形について</a:t>
            </a:r>
            <a:endParaRPr kumimoji="1" lang="en-US" altLang="ja-JP" sz="2400" b="1" dirty="0">
              <a:solidFill>
                <a:srgbClr val="375A7F"/>
              </a:solidFill>
            </a:endParaRPr>
          </a:p>
        </p:txBody>
      </p:sp>
      <p:sp>
        <p:nvSpPr>
          <p:cNvPr id="13" name="テキスト ボックス 12">
            <a:extLst>
              <a:ext uri="{FF2B5EF4-FFF2-40B4-BE49-F238E27FC236}">
                <a16:creationId xmlns:a16="http://schemas.microsoft.com/office/drawing/2014/main" id="{24EFDE0F-3003-17A0-8C99-7EADF61F65A2}"/>
              </a:ext>
            </a:extLst>
          </p:cNvPr>
          <p:cNvSpPr txBox="1"/>
          <p:nvPr userDrawn="1"/>
        </p:nvSpPr>
        <p:spPr>
          <a:xfrm>
            <a:off x="1096821" y="2158978"/>
            <a:ext cx="7141488" cy="1701556"/>
          </a:xfrm>
          <a:prstGeom prst="rect">
            <a:avLst/>
          </a:prstGeom>
          <a:noFill/>
        </p:spPr>
        <p:txBody>
          <a:bodyPr wrap="square" rtlCol="0">
            <a:spAutoFit/>
          </a:bodyPr>
          <a:lstStyle/>
          <a:p>
            <a:pPr marL="342900" indent="-342900">
              <a:lnSpc>
                <a:spcPct val="150000"/>
              </a:lnSpc>
              <a:buClr>
                <a:srgbClr val="FCFA70"/>
              </a:buClr>
              <a:buSzPct val="50000"/>
              <a:buFontTx/>
              <a:buBlip>
                <a:blip r:embed="rId4"/>
              </a:buBlip>
            </a:pPr>
            <a:r>
              <a:rPr kumimoji="1" lang="ja-JP" altLang="en-US" sz="2400" b="1">
                <a:solidFill>
                  <a:srgbClr val="375A7F"/>
                </a:solidFill>
              </a:rPr>
              <a:t>枠線は基本つけない！！！</a:t>
            </a:r>
            <a:endParaRPr kumimoji="1" lang="en-US" altLang="ja-JP" sz="2400" b="1" dirty="0">
              <a:solidFill>
                <a:srgbClr val="375A7F"/>
              </a:solidFill>
            </a:endParaRPr>
          </a:p>
          <a:p>
            <a:pPr marL="342900" indent="-342900">
              <a:lnSpc>
                <a:spcPct val="150000"/>
              </a:lnSpc>
              <a:buClr>
                <a:srgbClr val="FCFA70"/>
              </a:buClr>
              <a:buSzPct val="50000"/>
              <a:buFontTx/>
              <a:buBlip>
                <a:blip r:embed="rId4"/>
              </a:buBlip>
            </a:pPr>
            <a:r>
              <a:rPr kumimoji="1" lang="ja-JP" altLang="en-US" sz="2400" b="1">
                <a:solidFill>
                  <a:srgbClr val="375A7F"/>
                </a:solidFill>
              </a:rPr>
              <a:t>デフォルトだと枠線ついているので、必ず外す</a:t>
            </a:r>
            <a:endParaRPr kumimoji="1" lang="en-US" altLang="ja-JP" sz="2400" b="1" dirty="0">
              <a:solidFill>
                <a:srgbClr val="375A7F"/>
              </a:solidFill>
            </a:endParaRPr>
          </a:p>
          <a:p>
            <a:pPr marL="342900" indent="-342900">
              <a:lnSpc>
                <a:spcPct val="150000"/>
              </a:lnSpc>
              <a:buClr>
                <a:srgbClr val="FCFA70"/>
              </a:buClr>
              <a:buSzPct val="50000"/>
              <a:buFontTx/>
              <a:buBlip>
                <a:blip r:embed="rId4"/>
              </a:buBlip>
            </a:pPr>
            <a:r>
              <a:rPr kumimoji="1" lang="ja-JP" altLang="en-US" sz="2400" b="1">
                <a:solidFill>
                  <a:srgbClr val="375A7F"/>
                </a:solidFill>
              </a:rPr>
              <a:t>図形に文字を重ねる場合、適切な色を選ぶ</a:t>
            </a:r>
            <a:endParaRPr kumimoji="1" lang="en-US" altLang="ja-JP" sz="2400" b="1" dirty="0">
              <a:solidFill>
                <a:srgbClr val="375A7F"/>
              </a:solidFill>
            </a:endParaRPr>
          </a:p>
        </p:txBody>
      </p:sp>
      <p:sp>
        <p:nvSpPr>
          <p:cNvPr id="3" name="正方形/長方形 2">
            <a:extLst>
              <a:ext uri="{FF2B5EF4-FFF2-40B4-BE49-F238E27FC236}">
                <a16:creationId xmlns:a16="http://schemas.microsoft.com/office/drawing/2014/main" id="{E0EFE64D-A4FD-8A8C-5C20-6A6678C1E44B}"/>
              </a:ext>
            </a:extLst>
          </p:cNvPr>
          <p:cNvSpPr/>
          <p:nvPr userDrawn="1"/>
        </p:nvSpPr>
        <p:spPr>
          <a:xfrm>
            <a:off x="4283594" y="4005518"/>
            <a:ext cx="1133175" cy="11320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おすすめ</a:t>
            </a:r>
            <a:endParaRPr kumimoji="1" lang="en-US" altLang="ja-JP" b="1" dirty="0"/>
          </a:p>
        </p:txBody>
      </p:sp>
      <p:sp>
        <p:nvSpPr>
          <p:cNvPr id="15" name="正方形/長方形 14">
            <a:extLst>
              <a:ext uri="{FF2B5EF4-FFF2-40B4-BE49-F238E27FC236}">
                <a16:creationId xmlns:a16="http://schemas.microsoft.com/office/drawing/2014/main" id="{D03AC807-FF16-1A15-9645-D3B65E9CBF36}"/>
              </a:ext>
            </a:extLst>
          </p:cNvPr>
          <p:cNvSpPr/>
          <p:nvPr userDrawn="1"/>
        </p:nvSpPr>
        <p:spPr>
          <a:xfrm>
            <a:off x="1521468" y="4005520"/>
            <a:ext cx="1133175" cy="11320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rgbClr val="363A3E"/>
                </a:solidFill>
              </a:rPr>
              <a:t>読み</a:t>
            </a:r>
            <a:endParaRPr kumimoji="1" lang="en-US" altLang="ja-JP" b="1" dirty="0">
              <a:solidFill>
                <a:srgbClr val="363A3E"/>
              </a:solidFill>
            </a:endParaRPr>
          </a:p>
          <a:p>
            <a:pPr algn="ctr"/>
            <a:r>
              <a:rPr kumimoji="1" lang="ja-JP" altLang="en-US" b="1">
                <a:solidFill>
                  <a:srgbClr val="363A3E"/>
                </a:solidFill>
              </a:rPr>
              <a:t>づらい</a:t>
            </a:r>
          </a:p>
        </p:txBody>
      </p:sp>
      <p:sp>
        <p:nvSpPr>
          <p:cNvPr id="16" name="正方形/長方形 15">
            <a:extLst>
              <a:ext uri="{FF2B5EF4-FFF2-40B4-BE49-F238E27FC236}">
                <a16:creationId xmlns:a16="http://schemas.microsoft.com/office/drawing/2014/main" id="{4EB09F2A-B72F-FB54-ED6B-EC2CE24227A6}"/>
              </a:ext>
            </a:extLst>
          </p:cNvPr>
          <p:cNvSpPr/>
          <p:nvPr userDrawn="1"/>
        </p:nvSpPr>
        <p:spPr>
          <a:xfrm>
            <a:off x="2902531" y="4005519"/>
            <a:ext cx="1133175" cy="1132087"/>
          </a:xfrm>
          <a:prstGeom prst="rect">
            <a:avLst/>
          </a:prstGeom>
          <a:solidFill>
            <a:srgbClr val="ECF0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rgbClr val="375A7F"/>
                </a:solidFill>
              </a:rPr>
              <a:t>おすすめ</a:t>
            </a:r>
          </a:p>
        </p:txBody>
      </p:sp>
      <p:pic>
        <p:nvPicPr>
          <p:cNvPr id="18" name="図 17" descr="挿絵 が含まれている画像&#10;&#10;自動的に生成された説明">
            <a:extLst>
              <a:ext uri="{FF2B5EF4-FFF2-40B4-BE49-F238E27FC236}">
                <a16:creationId xmlns:a16="http://schemas.microsoft.com/office/drawing/2014/main" id="{AD28C76C-7BE7-28A0-08F5-C3E456A9ED48}"/>
              </a:ext>
            </a:extLst>
          </p:cNvPr>
          <p:cNvPicPr>
            <a:picLocks noChangeAspect="1"/>
          </p:cNvPicPr>
          <p:nvPr userDrawn="1"/>
        </p:nvPicPr>
        <p:blipFill>
          <a:blip r:embed="rId5"/>
          <a:stretch>
            <a:fillRect/>
          </a:stretch>
        </p:blipFill>
        <p:spPr>
          <a:xfrm>
            <a:off x="11531885" y="258934"/>
            <a:ext cx="396680" cy="365125"/>
          </a:xfrm>
          <a:prstGeom prst="rect">
            <a:avLst/>
          </a:prstGeom>
        </p:spPr>
      </p:pic>
      <p:sp>
        <p:nvSpPr>
          <p:cNvPr id="12" name="スライド番号プレースホルダー 5">
            <a:extLst>
              <a:ext uri="{FF2B5EF4-FFF2-40B4-BE49-F238E27FC236}">
                <a16:creationId xmlns:a16="http://schemas.microsoft.com/office/drawing/2014/main" id="{DAAB0529-B0AD-9185-91B7-6B097553D6B5}"/>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743634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タイトル スライド">
    <p:spTree>
      <p:nvGrpSpPr>
        <p:cNvPr id="1" name=""/>
        <p:cNvGrpSpPr/>
        <p:nvPr/>
      </p:nvGrpSpPr>
      <p:grpSpPr>
        <a:xfrm>
          <a:off x="0" y="0"/>
          <a:ext cx="0" cy="0"/>
          <a:chOff x="0" y="0"/>
          <a:chExt cx="0" cy="0"/>
        </a:xfrm>
      </p:grpSpPr>
      <p:sp>
        <p:nvSpPr>
          <p:cNvPr id="12" name="平行四辺形 11">
            <a:extLst>
              <a:ext uri="{FF2B5EF4-FFF2-40B4-BE49-F238E27FC236}">
                <a16:creationId xmlns:a16="http://schemas.microsoft.com/office/drawing/2014/main" id="{D342083B-A4C5-D879-5D4B-B3085A10F0BF}"/>
              </a:ext>
            </a:extLst>
          </p:cNvPr>
          <p:cNvSpPr/>
          <p:nvPr userDrawn="1"/>
        </p:nvSpPr>
        <p:spPr>
          <a:xfrm>
            <a:off x="6379114" y="6020741"/>
            <a:ext cx="1237123" cy="81480"/>
          </a:xfrm>
          <a:prstGeom prst="parallelogram">
            <a:avLst/>
          </a:prstGeom>
          <a:solidFill>
            <a:srgbClr val="FCFA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19" y="138354"/>
            <a:ext cx="5654641" cy="606287"/>
          </a:xfrm>
        </p:spPr>
        <p:txBody>
          <a:bodyPr>
            <a:normAutofit/>
          </a:bodyPr>
          <a:lstStyle>
            <a:lvl1pPr algn="l">
              <a:defRPr sz="2800" b="1">
                <a:solidFill>
                  <a:srgbClr val="375A7F"/>
                </a:solidFill>
                <a:latin typeface="+mn-ea"/>
                <a:ea typeface="+mn-ea"/>
              </a:defRPr>
            </a:lvl1pPr>
          </a:lstStyle>
          <a:p>
            <a:r>
              <a:rPr kumimoji="1" lang="ja-JP" altLang="en-US"/>
              <a:t>参考資料</a:t>
            </a:r>
            <a:r>
              <a:rPr kumimoji="1" lang="en-US" altLang="ja-JP" dirty="0"/>
              <a:t>(</a:t>
            </a:r>
            <a:r>
              <a:rPr kumimoji="1" lang="ja-JP" altLang="en-US"/>
              <a:t>統一性を保つために</a:t>
            </a:r>
            <a:r>
              <a:rPr kumimoji="1" lang="en-US" altLang="ja-JP" dirty="0"/>
              <a:t>)</a:t>
            </a:r>
            <a:endParaRPr kumimoji="1" lang="ja-JP" altLang="en-US"/>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9DB69F4-54FB-487F-9A5B-E89E40411CE9}"/>
              </a:ext>
            </a:extLst>
          </p:cNvPr>
          <p:cNvSpPr txBox="1"/>
          <p:nvPr userDrawn="1"/>
        </p:nvSpPr>
        <p:spPr>
          <a:xfrm>
            <a:off x="8860140" y="2916988"/>
            <a:ext cx="2587658" cy="1323439"/>
          </a:xfrm>
          <a:prstGeom prst="rect">
            <a:avLst/>
          </a:prstGeom>
          <a:noFill/>
        </p:spPr>
        <p:txBody>
          <a:bodyPr wrap="square" rtlCol="0">
            <a:spAutoFit/>
          </a:bodyPr>
          <a:lstStyle/>
          <a:p>
            <a:pPr algn="ctr"/>
            <a:r>
              <a:rPr kumimoji="1" lang="en-US" altLang="ja-JP" sz="8000" b="1" dirty="0">
                <a:solidFill>
                  <a:srgbClr val="375A7F"/>
                </a:solidFill>
              </a:rPr>
              <a:t>60</a:t>
            </a:r>
            <a:r>
              <a:rPr kumimoji="1" lang="en-US" altLang="ja-JP" sz="3600" b="1" dirty="0">
                <a:solidFill>
                  <a:srgbClr val="375A7F"/>
                </a:solidFill>
              </a:rPr>
              <a:t>%</a:t>
            </a:r>
            <a:endParaRPr kumimoji="1" lang="ja-JP" altLang="en-US" sz="3600" b="1">
              <a:solidFill>
                <a:srgbClr val="375A7F"/>
              </a:solidFill>
            </a:endParaRPr>
          </a:p>
        </p:txBody>
      </p:sp>
      <p:sp>
        <p:nvSpPr>
          <p:cNvPr id="18" name="テキスト ボックス 17">
            <a:extLst>
              <a:ext uri="{FF2B5EF4-FFF2-40B4-BE49-F238E27FC236}">
                <a16:creationId xmlns:a16="http://schemas.microsoft.com/office/drawing/2014/main" id="{091161F2-5E01-E159-449C-0EC815ECF7FE}"/>
              </a:ext>
            </a:extLst>
          </p:cNvPr>
          <p:cNvSpPr txBox="1"/>
          <p:nvPr userDrawn="1"/>
        </p:nvSpPr>
        <p:spPr>
          <a:xfrm>
            <a:off x="754702" y="1369367"/>
            <a:ext cx="3799882" cy="461665"/>
          </a:xfrm>
          <a:prstGeom prst="rect">
            <a:avLst/>
          </a:prstGeom>
          <a:noFill/>
        </p:spPr>
        <p:txBody>
          <a:bodyPr wrap="square" rtlCol="0">
            <a:spAutoFit/>
          </a:bodyPr>
          <a:lstStyle/>
          <a:p>
            <a:pPr marL="342900" indent="-342900">
              <a:buClr>
                <a:srgbClr val="FCFA70"/>
              </a:buClr>
              <a:buSzPct val="75000"/>
              <a:buFontTx/>
              <a:buBlip>
                <a:blip r:embed="rId3"/>
              </a:buBlip>
            </a:pPr>
            <a:r>
              <a:rPr kumimoji="1" lang="ja-JP" altLang="en-US" sz="2400" b="1">
                <a:solidFill>
                  <a:srgbClr val="375A7F"/>
                </a:solidFill>
              </a:rPr>
              <a:t>文字について</a:t>
            </a:r>
            <a:endParaRPr kumimoji="1" lang="en-US" altLang="ja-JP" sz="2400" b="1" dirty="0">
              <a:solidFill>
                <a:srgbClr val="375A7F"/>
              </a:solidFill>
            </a:endParaRPr>
          </a:p>
        </p:txBody>
      </p:sp>
      <p:sp>
        <p:nvSpPr>
          <p:cNvPr id="19" name="テキスト ボックス 18">
            <a:extLst>
              <a:ext uri="{FF2B5EF4-FFF2-40B4-BE49-F238E27FC236}">
                <a16:creationId xmlns:a16="http://schemas.microsoft.com/office/drawing/2014/main" id="{9BDCA6A0-FCBB-6F7A-C6C4-AF852B7CD42C}"/>
              </a:ext>
            </a:extLst>
          </p:cNvPr>
          <p:cNvSpPr txBox="1"/>
          <p:nvPr userDrawn="1"/>
        </p:nvSpPr>
        <p:spPr>
          <a:xfrm>
            <a:off x="817159" y="2173932"/>
            <a:ext cx="7233332" cy="2809552"/>
          </a:xfrm>
          <a:prstGeom prst="rect">
            <a:avLst/>
          </a:prstGeom>
          <a:noFill/>
        </p:spPr>
        <p:txBody>
          <a:bodyPr wrap="square" rtlCol="0">
            <a:spAutoFit/>
          </a:bodyPr>
          <a:lstStyle/>
          <a:p>
            <a:pPr marL="342900" indent="-342900">
              <a:lnSpc>
                <a:spcPct val="150000"/>
              </a:lnSpc>
              <a:buClr>
                <a:srgbClr val="FCFA70"/>
              </a:buClr>
              <a:buSzPct val="50000"/>
              <a:buFontTx/>
              <a:buBlip>
                <a:blip r:embed="rId4"/>
              </a:buBlip>
            </a:pPr>
            <a:r>
              <a:rPr kumimoji="1" lang="ja-JP" altLang="en-US" sz="2400" b="1">
                <a:solidFill>
                  <a:srgbClr val="375A7F"/>
                </a:solidFill>
              </a:rPr>
              <a:t>フォントは游ゴシック</a:t>
            </a:r>
            <a:endParaRPr kumimoji="1" lang="en-US" altLang="ja-JP" sz="2400" b="1" dirty="0">
              <a:solidFill>
                <a:srgbClr val="375A7F"/>
              </a:solidFill>
            </a:endParaRPr>
          </a:p>
          <a:p>
            <a:pPr marL="342900" indent="-342900">
              <a:lnSpc>
                <a:spcPct val="150000"/>
              </a:lnSpc>
              <a:buClr>
                <a:srgbClr val="FCFA70"/>
              </a:buClr>
              <a:buSzPct val="50000"/>
              <a:buFontTx/>
              <a:buBlip>
                <a:blip r:embed="rId4"/>
              </a:buBlip>
            </a:pPr>
            <a:r>
              <a:rPr kumimoji="1" lang="ja-JP" altLang="en-US" sz="2400" b="1">
                <a:solidFill>
                  <a:srgbClr val="375A7F"/>
                </a:solidFill>
              </a:rPr>
              <a:t>作者は、日本語を</a:t>
            </a:r>
            <a:r>
              <a:rPr kumimoji="1" lang="en-US" altLang="ja-JP" sz="2400" b="1" dirty="0">
                <a:solidFill>
                  <a:srgbClr val="375A7F"/>
                </a:solidFill>
              </a:rPr>
              <a:t>Noto Sans JP</a:t>
            </a:r>
            <a:r>
              <a:rPr kumimoji="1" lang="ja-JP" altLang="en-US" sz="2400" b="1">
                <a:solidFill>
                  <a:srgbClr val="375A7F"/>
                </a:solidFill>
              </a:rPr>
              <a:t>にして、英語と数字を</a:t>
            </a:r>
            <a:r>
              <a:rPr kumimoji="1" lang="en-US" altLang="ja-JP" sz="2400" b="1" dirty="0">
                <a:solidFill>
                  <a:srgbClr val="375A7F"/>
                </a:solidFill>
              </a:rPr>
              <a:t>Roboto</a:t>
            </a:r>
            <a:r>
              <a:rPr kumimoji="1" lang="ja-JP" altLang="en-US" sz="2400" b="1">
                <a:solidFill>
                  <a:srgbClr val="375A7F"/>
                </a:solidFill>
              </a:rPr>
              <a:t>にするのが好き</a:t>
            </a:r>
            <a:endParaRPr kumimoji="1" lang="en-US" altLang="ja-JP" sz="2400" b="1" dirty="0">
              <a:solidFill>
                <a:srgbClr val="375A7F"/>
              </a:solidFill>
            </a:endParaRPr>
          </a:p>
          <a:p>
            <a:pPr marL="342900" indent="-342900">
              <a:lnSpc>
                <a:spcPct val="150000"/>
              </a:lnSpc>
              <a:buClr>
                <a:srgbClr val="FCFA70"/>
              </a:buClr>
              <a:buSzPct val="50000"/>
              <a:buFontTx/>
              <a:buBlip>
                <a:blip r:embed="rId4"/>
              </a:buBlip>
            </a:pPr>
            <a:r>
              <a:rPr kumimoji="1" lang="ja-JP" altLang="en-US" sz="2400" b="1">
                <a:solidFill>
                  <a:srgbClr val="375A7F"/>
                </a:solidFill>
              </a:rPr>
              <a:t>数字</a:t>
            </a:r>
            <a:r>
              <a:rPr kumimoji="1" lang="en-US" altLang="ja-JP" sz="2400" b="1" dirty="0">
                <a:solidFill>
                  <a:srgbClr val="375A7F"/>
                </a:solidFill>
              </a:rPr>
              <a:t>+</a:t>
            </a:r>
            <a:r>
              <a:rPr kumimoji="1" lang="ja-JP" altLang="en-US" sz="2400" b="1">
                <a:solidFill>
                  <a:srgbClr val="375A7F"/>
                </a:solidFill>
              </a:rPr>
              <a:t>単位の文字を書くときは、数字だけデカくするといい感じになる</a:t>
            </a:r>
            <a:endParaRPr kumimoji="1" lang="en-US" altLang="ja-JP" sz="2400" b="1" dirty="0">
              <a:solidFill>
                <a:srgbClr val="375A7F"/>
              </a:solidFill>
            </a:endParaRPr>
          </a:p>
        </p:txBody>
      </p:sp>
      <p:pic>
        <p:nvPicPr>
          <p:cNvPr id="20" name="図 19" descr="挿絵 が含まれている画像&#10;&#10;自動的に生成された説明">
            <a:extLst>
              <a:ext uri="{FF2B5EF4-FFF2-40B4-BE49-F238E27FC236}">
                <a16:creationId xmlns:a16="http://schemas.microsoft.com/office/drawing/2014/main" id="{0E77258A-427C-FCDC-1E6E-807BC427E0FB}"/>
              </a:ext>
            </a:extLst>
          </p:cNvPr>
          <p:cNvPicPr>
            <a:picLocks noChangeAspect="1"/>
          </p:cNvPicPr>
          <p:nvPr userDrawn="1"/>
        </p:nvPicPr>
        <p:blipFill>
          <a:blip r:embed="rId5"/>
          <a:stretch>
            <a:fillRect/>
          </a:stretch>
        </p:blipFill>
        <p:spPr>
          <a:xfrm>
            <a:off x="11531885" y="258934"/>
            <a:ext cx="396680" cy="365125"/>
          </a:xfrm>
          <a:prstGeom prst="rect">
            <a:avLst/>
          </a:prstGeom>
        </p:spPr>
      </p:pic>
      <p:sp>
        <p:nvSpPr>
          <p:cNvPr id="11" name="テキスト ボックス 10">
            <a:extLst>
              <a:ext uri="{FF2B5EF4-FFF2-40B4-BE49-F238E27FC236}">
                <a16:creationId xmlns:a16="http://schemas.microsoft.com/office/drawing/2014/main" id="{13AC129B-04E3-EED6-0904-714C3D3DC0AD}"/>
              </a:ext>
            </a:extLst>
          </p:cNvPr>
          <p:cNvSpPr txBox="1"/>
          <p:nvPr userDrawn="1"/>
        </p:nvSpPr>
        <p:spPr>
          <a:xfrm>
            <a:off x="3095458" y="5612859"/>
            <a:ext cx="6001084" cy="593560"/>
          </a:xfrm>
          <a:prstGeom prst="rect">
            <a:avLst/>
          </a:prstGeom>
          <a:noFill/>
        </p:spPr>
        <p:txBody>
          <a:bodyPr wrap="square" rtlCol="0" anchor="ctr">
            <a:spAutoFit/>
          </a:bodyPr>
          <a:lstStyle/>
          <a:p>
            <a:pPr marL="0" indent="0" algn="ctr">
              <a:lnSpc>
                <a:spcPct val="150000"/>
              </a:lnSpc>
              <a:buClr>
                <a:srgbClr val="FCFA70"/>
              </a:buClr>
              <a:buSzPct val="50000"/>
              <a:buFontTx/>
              <a:buNone/>
            </a:pPr>
            <a:r>
              <a:rPr kumimoji="1" lang="ja-JP" altLang="en-US" sz="2400" b="1">
                <a:solidFill>
                  <a:srgbClr val="375A7F"/>
                </a:solidFill>
              </a:rPr>
              <a:t>蛍光ペンみたいに線を重ねるのオススメ</a:t>
            </a:r>
            <a:endParaRPr kumimoji="1" lang="en-US" altLang="ja-JP" sz="2400" b="1" dirty="0">
              <a:solidFill>
                <a:srgbClr val="375A7F"/>
              </a:solidFill>
            </a:endParaRPr>
          </a:p>
        </p:txBody>
      </p:sp>
      <p:sp>
        <p:nvSpPr>
          <p:cNvPr id="13" name="スライド番号プレースホルダー 5">
            <a:extLst>
              <a:ext uri="{FF2B5EF4-FFF2-40B4-BE49-F238E27FC236}">
                <a16:creationId xmlns:a16="http://schemas.microsoft.com/office/drawing/2014/main" id="{C0655C76-2C67-D3FA-D08B-9B2EBA13B678}"/>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2965824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タイトル スライド">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6A308D6E-DCAD-E0FF-B149-CBC73E9975D6}"/>
              </a:ext>
            </a:extLst>
          </p:cNvPr>
          <p:cNvPicPr>
            <a:picLocks noChangeAspect="1"/>
          </p:cNvPicPr>
          <p:nvPr userDrawn="1"/>
        </p:nvPicPr>
        <p:blipFill>
          <a:blip r:embed="rId2"/>
          <a:stretch>
            <a:fillRect/>
          </a:stretch>
        </p:blipFill>
        <p:spPr>
          <a:xfrm>
            <a:off x="0" y="6699250"/>
            <a:ext cx="12192000" cy="158750"/>
          </a:xfrm>
          <a:prstGeom prst="rect">
            <a:avLst/>
          </a:prstGeom>
        </p:spPr>
      </p:pic>
      <p:sp>
        <p:nvSpPr>
          <p:cNvPr id="10" name="タイトル 9">
            <a:extLst>
              <a:ext uri="{FF2B5EF4-FFF2-40B4-BE49-F238E27FC236}">
                <a16:creationId xmlns:a16="http://schemas.microsoft.com/office/drawing/2014/main" id="{846024B0-FA76-C6A8-CA90-A36C939D7EC0}"/>
              </a:ext>
            </a:extLst>
          </p:cNvPr>
          <p:cNvSpPr>
            <a:spLocks noGrp="1"/>
          </p:cNvSpPr>
          <p:nvPr>
            <p:ph type="title" hasCustomPrompt="1"/>
          </p:nvPr>
        </p:nvSpPr>
        <p:spPr>
          <a:xfrm>
            <a:off x="279020" y="138354"/>
            <a:ext cx="4978780" cy="606287"/>
          </a:xfrm>
        </p:spPr>
        <p:txBody>
          <a:bodyPr>
            <a:normAutofit/>
          </a:bodyPr>
          <a:lstStyle>
            <a:lvl1pPr algn="l">
              <a:defRPr sz="2800" b="1">
                <a:solidFill>
                  <a:srgbClr val="375A7F"/>
                </a:solidFill>
                <a:latin typeface="+mn-ea"/>
                <a:ea typeface="+mn-ea"/>
              </a:defRPr>
            </a:lvl1pPr>
          </a:lstStyle>
          <a:p>
            <a:r>
              <a:rPr kumimoji="1" lang="ja-JP" altLang="en-US"/>
              <a:t>最後に</a:t>
            </a:r>
          </a:p>
        </p:txBody>
      </p:sp>
      <p:sp>
        <p:nvSpPr>
          <p:cNvPr id="2" name="正方形/長方形 1">
            <a:extLst>
              <a:ext uri="{FF2B5EF4-FFF2-40B4-BE49-F238E27FC236}">
                <a16:creationId xmlns:a16="http://schemas.microsoft.com/office/drawing/2014/main" id="{115A0BCA-1F8D-D60D-5709-6FD39D7266C6}"/>
              </a:ext>
            </a:extLst>
          </p:cNvPr>
          <p:cNvSpPr/>
          <p:nvPr userDrawn="1"/>
        </p:nvSpPr>
        <p:spPr>
          <a:xfrm>
            <a:off x="0" y="-1"/>
            <a:ext cx="119270" cy="606287"/>
          </a:xfrm>
          <a:prstGeom prst="rect">
            <a:avLst/>
          </a:prstGeom>
          <a:solidFill>
            <a:srgbClr val="375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9BDCA6A0-FCBB-6F7A-C6C4-AF852B7CD42C}"/>
              </a:ext>
            </a:extLst>
          </p:cNvPr>
          <p:cNvSpPr txBox="1"/>
          <p:nvPr userDrawn="1"/>
        </p:nvSpPr>
        <p:spPr>
          <a:xfrm>
            <a:off x="619172" y="1360969"/>
            <a:ext cx="11111053" cy="1714765"/>
          </a:xfrm>
          <a:prstGeom prst="rect">
            <a:avLst/>
          </a:prstGeom>
          <a:noFill/>
        </p:spPr>
        <p:txBody>
          <a:bodyPr wrap="square" rtlCol="0">
            <a:spAutoFit/>
          </a:bodyPr>
          <a:lstStyle/>
          <a:p>
            <a:pPr marL="0" indent="0">
              <a:lnSpc>
                <a:spcPct val="150000"/>
              </a:lnSpc>
              <a:buClr>
                <a:srgbClr val="FCFA70"/>
              </a:buClr>
              <a:buSzPct val="50000"/>
              <a:buFontTx/>
              <a:buNone/>
            </a:pPr>
            <a:r>
              <a:rPr kumimoji="1" lang="en-US" altLang="ja-JP" sz="1800" b="1" dirty="0">
                <a:solidFill>
                  <a:srgbClr val="375A7F"/>
                </a:solidFill>
              </a:rPr>
              <a:t>※</a:t>
            </a:r>
            <a:r>
              <a:rPr kumimoji="1" lang="ja-JP" altLang="en-US" sz="1800" b="1">
                <a:solidFill>
                  <a:srgbClr val="375A7F"/>
                </a:solidFill>
              </a:rPr>
              <a:t>大谷研究室内でしたら、当テンプレートを自由に編集し再配布していただいてかまいません。</a:t>
            </a:r>
            <a:endParaRPr kumimoji="1" lang="en-US" altLang="ja-JP" sz="1800" b="1" dirty="0">
              <a:solidFill>
                <a:srgbClr val="375A7F"/>
              </a:solidFill>
            </a:endParaRPr>
          </a:p>
          <a:p>
            <a:pPr marL="0" indent="0">
              <a:lnSpc>
                <a:spcPct val="150000"/>
              </a:lnSpc>
              <a:buClr>
                <a:srgbClr val="FCFA70"/>
              </a:buClr>
              <a:buSzPct val="50000"/>
              <a:buFontTx/>
              <a:buNone/>
            </a:pPr>
            <a:r>
              <a:rPr kumimoji="1" lang="en-US" altLang="ja-JP" sz="1800" b="1" dirty="0">
                <a:solidFill>
                  <a:srgbClr val="375A7F"/>
                </a:solidFill>
              </a:rPr>
              <a:t>※</a:t>
            </a:r>
            <a:r>
              <a:rPr kumimoji="1" lang="ja-JP" altLang="en-US" sz="1800" b="1">
                <a:solidFill>
                  <a:srgbClr val="375A7F"/>
                </a:solidFill>
              </a:rPr>
              <a:t>作者はデザイナーではありません。デザインに関して不完全な部分が存在する可能性があります。</a:t>
            </a:r>
            <a:endParaRPr kumimoji="1" lang="en-US" altLang="ja-JP" sz="1800" b="1" dirty="0">
              <a:solidFill>
                <a:srgbClr val="375A7F"/>
              </a:solidFill>
            </a:endParaRPr>
          </a:p>
          <a:p>
            <a:pPr marL="0" indent="0">
              <a:lnSpc>
                <a:spcPct val="150000"/>
              </a:lnSpc>
              <a:buClr>
                <a:srgbClr val="FCFA70"/>
              </a:buClr>
              <a:buSzPct val="50000"/>
              <a:buFontTx/>
              <a:buNone/>
            </a:pPr>
            <a:r>
              <a:rPr kumimoji="1" lang="en-US" altLang="ja-JP" sz="1800" b="1" dirty="0">
                <a:solidFill>
                  <a:srgbClr val="375A7F"/>
                </a:solidFill>
              </a:rPr>
              <a:t>※</a:t>
            </a:r>
            <a:r>
              <a:rPr kumimoji="1" lang="ja-JP" altLang="en-US" sz="1800" b="1">
                <a:solidFill>
                  <a:srgbClr val="375A7F"/>
                </a:solidFill>
              </a:rPr>
              <a:t>その他ご不明点等ありましたら、</a:t>
            </a:r>
            <a:r>
              <a:rPr kumimoji="1" lang="en-US" altLang="ja-JP" sz="1800" b="1" dirty="0">
                <a:solidFill>
                  <a:srgbClr val="375A7F"/>
                </a:solidFill>
              </a:rPr>
              <a:t>Slack:@</a:t>
            </a:r>
            <a:r>
              <a:rPr kumimoji="1" lang="ja-JP" altLang="en-US" sz="1800" b="1">
                <a:solidFill>
                  <a:srgbClr val="375A7F"/>
                </a:solidFill>
              </a:rPr>
              <a:t>中尾圭吾</a:t>
            </a:r>
            <a:r>
              <a:rPr kumimoji="1" lang="en-US" altLang="ja-JP" sz="1800" b="1" dirty="0">
                <a:solidFill>
                  <a:srgbClr val="375A7F"/>
                </a:solidFill>
              </a:rPr>
              <a:t> | Discord:@Keigo Nakao | Twitter:@Kspace_trk </a:t>
            </a:r>
            <a:r>
              <a:rPr kumimoji="1" lang="ja-JP" altLang="en-US" sz="1800" b="1">
                <a:solidFill>
                  <a:srgbClr val="375A7F"/>
                </a:solidFill>
              </a:rPr>
              <a:t>までご連絡ください。</a:t>
            </a:r>
            <a:endParaRPr kumimoji="1" lang="en-US" altLang="ja-JP" sz="1800" b="1" dirty="0">
              <a:solidFill>
                <a:srgbClr val="375A7F"/>
              </a:solidFill>
            </a:endParaRPr>
          </a:p>
        </p:txBody>
      </p:sp>
      <p:pic>
        <p:nvPicPr>
          <p:cNvPr id="20" name="図 19" descr="挿絵 が含まれている画像&#10;&#10;自動的に生成された説明">
            <a:extLst>
              <a:ext uri="{FF2B5EF4-FFF2-40B4-BE49-F238E27FC236}">
                <a16:creationId xmlns:a16="http://schemas.microsoft.com/office/drawing/2014/main" id="{0E77258A-427C-FCDC-1E6E-807BC427E0FB}"/>
              </a:ext>
            </a:extLst>
          </p:cNvPr>
          <p:cNvPicPr>
            <a:picLocks noChangeAspect="1"/>
          </p:cNvPicPr>
          <p:nvPr userDrawn="1"/>
        </p:nvPicPr>
        <p:blipFill>
          <a:blip r:embed="rId3"/>
          <a:stretch>
            <a:fillRect/>
          </a:stretch>
        </p:blipFill>
        <p:spPr>
          <a:xfrm>
            <a:off x="11531885" y="258934"/>
            <a:ext cx="396680" cy="365125"/>
          </a:xfrm>
          <a:prstGeom prst="rect">
            <a:avLst/>
          </a:prstGeom>
        </p:spPr>
      </p:pic>
      <p:sp>
        <p:nvSpPr>
          <p:cNvPr id="8" name="スライド番号プレースホルダー 5">
            <a:extLst>
              <a:ext uri="{FF2B5EF4-FFF2-40B4-BE49-F238E27FC236}">
                <a16:creationId xmlns:a16="http://schemas.microsoft.com/office/drawing/2014/main" id="{38C2A3B5-A7AB-86EF-B7B8-206264DE8054}"/>
              </a:ext>
            </a:extLst>
          </p:cNvPr>
          <p:cNvSpPr>
            <a:spLocks noGrp="1"/>
          </p:cNvSpPr>
          <p:nvPr>
            <p:ph type="sldNum" sz="quarter" idx="12"/>
          </p:nvPr>
        </p:nvSpPr>
        <p:spPr>
          <a:xfrm>
            <a:off x="9384745" y="6279659"/>
            <a:ext cx="2743200" cy="365125"/>
          </a:xfrm>
        </p:spPr>
        <p:txBody>
          <a:bodyPr/>
          <a:lstStyle>
            <a:lvl1pPr>
              <a:defRPr sz="2000">
                <a:solidFill>
                  <a:srgbClr val="375A7F"/>
                </a:solidFill>
              </a:defRPr>
            </a:lvl1pPr>
          </a:lstStyle>
          <a:p>
            <a:fld id="{50E72B5A-09A6-C249-B318-B6015AC14AFC}" type="slidenum">
              <a:rPr lang="ja-JP" altLang="en-US" smtClean="0"/>
              <a:pPr/>
              <a:t>‹#›</a:t>
            </a:fld>
            <a:endParaRPr lang="ja-JP" altLang="en-US"/>
          </a:p>
        </p:txBody>
      </p:sp>
    </p:spTree>
    <p:extLst>
      <p:ext uri="{BB962C8B-B14F-4D97-AF65-F5344CB8AC3E}">
        <p14:creationId xmlns:p14="http://schemas.microsoft.com/office/powerpoint/2010/main" val="3396898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A25C62B-6F54-E181-F78C-B4997D310A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8F7972-842D-50A4-62BB-0734AFC9AD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66B9793-005C-4F7E-3DF1-E5D317D19C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a:extLst>
              <a:ext uri="{FF2B5EF4-FFF2-40B4-BE49-F238E27FC236}">
                <a16:creationId xmlns:a16="http://schemas.microsoft.com/office/drawing/2014/main" id="{72EA08F3-BC85-8EDE-1CFA-AE8E197CFE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4FEA9AE-4093-D20D-476C-2259C311AE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72B5A-09A6-C249-B318-B6015AC14AFC}" type="slidenum">
              <a:rPr kumimoji="1" lang="ja-JP" altLang="en-US" smtClean="0"/>
              <a:t>‹#›</a:t>
            </a:fld>
            <a:endParaRPr kumimoji="1" lang="ja-JP" altLang="en-US"/>
          </a:p>
        </p:txBody>
      </p:sp>
    </p:spTree>
    <p:extLst>
      <p:ext uri="{BB962C8B-B14F-4D97-AF65-F5344CB8AC3E}">
        <p14:creationId xmlns:p14="http://schemas.microsoft.com/office/powerpoint/2010/main" val="3823540973"/>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0" r:id="rId3"/>
    <p:sldLayoutId id="2147483662" r:id="rId4"/>
    <p:sldLayoutId id="2147483661" r:id="rId5"/>
    <p:sldLayoutId id="2147483675" r:id="rId6"/>
    <p:sldLayoutId id="2147483664" r:id="rId7"/>
    <p:sldLayoutId id="2147483674" r:id="rId8"/>
    <p:sldLayoutId id="2147483665" r:id="rId9"/>
    <p:sldLayoutId id="2147483672" r:id="rId10"/>
    <p:sldLayoutId id="2147483666" r:id="rId11"/>
    <p:sldLayoutId id="2147483668" r:id="rId12"/>
    <p:sldLayoutId id="2147483667" r:id="rId13"/>
    <p:sldLayoutId id="2147483669" r:id="rId14"/>
    <p:sldLayoutId id="2147483670" r:id="rId15"/>
    <p:sldLayoutId id="2147483673" r:id="rId16"/>
    <p:sldLayoutId id="2147483671" r:id="rId17"/>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commons.nicovideo.jp/" TargetMode="External"/><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749CE7-265B-62C2-0DE6-93357C8351B8}"/>
              </a:ext>
            </a:extLst>
          </p:cNvPr>
          <p:cNvSpPr>
            <a:spLocks noGrp="1"/>
          </p:cNvSpPr>
          <p:nvPr>
            <p:ph type="title"/>
          </p:nvPr>
        </p:nvSpPr>
        <p:spPr/>
        <p:txBody>
          <a:bodyPr>
            <a:normAutofit fontScale="90000"/>
          </a:bodyPr>
          <a:lstStyle/>
          <a:p>
            <a:r>
              <a:rPr kumimoji="1" lang="ja-JP" altLang="en-US" dirty="0"/>
              <a:t>視点可変性 縦スクロール</a:t>
            </a:r>
            <a:br>
              <a:rPr kumimoji="1" lang="en-US" altLang="ja-JP" dirty="0"/>
            </a:br>
            <a:r>
              <a:rPr kumimoji="1" lang="ja-JP" altLang="en-US" dirty="0"/>
              <a:t>シューティングゲーム</a:t>
            </a:r>
            <a:br>
              <a:rPr kumimoji="1" lang="en-US" altLang="ja-JP" dirty="0"/>
            </a:br>
            <a:r>
              <a:rPr kumimoji="1" lang="ja-JP" altLang="en-US" dirty="0"/>
              <a:t>の</a:t>
            </a:r>
            <a:r>
              <a:rPr lang="ja-JP" altLang="en-US" dirty="0"/>
              <a:t>製作</a:t>
            </a:r>
            <a:r>
              <a:rPr kumimoji="1" lang="ja-JP" altLang="en-US" dirty="0"/>
              <a:t>成果発表</a:t>
            </a:r>
          </a:p>
        </p:txBody>
      </p:sp>
      <p:sp>
        <p:nvSpPr>
          <p:cNvPr id="3" name="テキスト プレースホルダー 2">
            <a:extLst>
              <a:ext uri="{FF2B5EF4-FFF2-40B4-BE49-F238E27FC236}">
                <a16:creationId xmlns:a16="http://schemas.microsoft.com/office/drawing/2014/main" id="{FB4AEEFA-056E-5F28-F7F9-BB8BCCB2D8AB}"/>
              </a:ext>
            </a:extLst>
          </p:cNvPr>
          <p:cNvSpPr>
            <a:spLocks noGrp="1"/>
          </p:cNvSpPr>
          <p:nvPr>
            <p:ph type="body" sz="quarter" idx="11"/>
          </p:nvPr>
        </p:nvSpPr>
        <p:spPr/>
        <p:txBody>
          <a:bodyPr>
            <a:normAutofit/>
          </a:bodyPr>
          <a:lstStyle/>
          <a:p>
            <a:endParaRPr kumimoji="1" lang="ja-JP" altLang="en-US" dirty="0"/>
          </a:p>
        </p:txBody>
      </p:sp>
      <p:sp>
        <p:nvSpPr>
          <p:cNvPr id="4" name="テキスト プレースホルダー 3">
            <a:extLst>
              <a:ext uri="{FF2B5EF4-FFF2-40B4-BE49-F238E27FC236}">
                <a16:creationId xmlns:a16="http://schemas.microsoft.com/office/drawing/2014/main" id="{DF014E7C-A713-5EDC-62D6-347D5F3FDDED}"/>
              </a:ext>
            </a:extLst>
          </p:cNvPr>
          <p:cNvSpPr>
            <a:spLocks noGrp="1"/>
          </p:cNvSpPr>
          <p:nvPr>
            <p:ph type="body" sz="quarter" idx="12"/>
          </p:nvPr>
        </p:nvSpPr>
        <p:spPr/>
        <p:txBody>
          <a:bodyPr/>
          <a:lstStyle/>
          <a:p>
            <a:r>
              <a:rPr kumimoji="1" lang="en-US" altLang="ja-JP" dirty="0"/>
              <a:t>2026.05.28</a:t>
            </a:r>
            <a:r>
              <a:rPr lang="ja-JP" altLang="en-US" dirty="0"/>
              <a:t> ビジュアライゼーション</a:t>
            </a:r>
            <a:endParaRPr kumimoji="1" lang="ja-JP" altLang="en-US" dirty="0"/>
          </a:p>
        </p:txBody>
      </p:sp>
      <p:sp>
        <p:nvSpPr>
          <p:cNvPr id="5" name="正方形/長方形 4">
            <a:extLst>
              <a:ext uri="{FF2B5EF4-FFF2-40B4-BE49-F238E27FC236}">
                <a16:creationId xmlns:a16="http://schemas.microsoft.com/office/drawing/2014/main" id="{27676D0C-3695-1ABC-FDF6-A4F5CD52A5AB}"/>
              </a:ext>
            </a:extLst>
          </p:cNvPr>
          <p:cNvSpPr/>
          <p:nvPr/>
        </p:nvSpPr>
        <p:spPr>
          <a:xfrm>
            <a:off x="5856050" y="5241953"/>
            <a:ext cx="1235414" cy="682192"/>
          </a:xfrm>
          <a:prstGeom prst="rect">
            <a:avLst/>
          </a:prstGeom>
          <a:solidFill>
            <a:srgbClr val="E8E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18239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39905-D6E5-240C-56E7-BE71B922EE8D}"/>
              </a:ext>
            </a:extLst>
          </p:cNvPr>
          <p:cNvSpPr>
            <a:spLocks noGrp="1"/>
          </p:cNvSpPr>
          <p:nvPr>
            <p:ph type="title"/>
          </p:nvPr>
        </p:nvSpPr>
        <p:spPr/>
        <p:txBody>
          <a:bodyPr/>
          <a:lstStyle/>
          <a:p>
            <a:r>
              <a:rPr kumimoji="1" lang="ja-JP" altLang="en-US" dirty="0"/>
              <a:t>目次</a:t>
            </a:r>
          </a:p>
        </p:txBody>
      </p:sp>
      <p:sp>
        <p:nvSpPr>
          <p:cNvPr id="3" name="スライド番号プレースホルダー 2">
            <a:extLst>
              <a:ext uri="{FF2B5EF4-FFF2-40B4-BE49-F238E27FC236}">
                <a16:creationId xmlns:a16="http://schemas.microsoft.com/office/drawing/2014/main" id="{9BC9AD8A-C63A-9186-D313-5393345B5B37}"/>
              </a:ext>
            </a:extLst>
          </p:cNvPr>
          <p:cNvSpPr>
            <a:spLocks noGrp="1"/>
          </p:cNvSpPr>
          <p:nvPr>
            <p:ph type="sldNum" sz="quarter" idx="12"/>
          </p:nvPr>
        </p:nvSpPr>
        <p:spPr/>
        <p:txBody>
          <a:bodyPr/>
          <a:lstStyle/>
          <a:p>
            <a:fld id="{50E72B5A-09A6-C249-B318-B6015AC14AFC}" type="slidenum">
              <a:rPr lang="ja-JP" altLang="en-US" smtClean="0"/>
              <a:pPr/>
              <a:t>1</a:t>
            </a:fld>
            <a:endParaRPr lang="ja-JP" altLang="en-US"/>
          </a:p>
        </p:txBody>
      </p:sp>
      <p:sp>
        <p:nvSpPr>
          <p:cNvPr id="5" name="テキスト プレースホルダー 4">
            <a:extLst>
              <a:ext uri="{FF2B5EF4-FFF2-40B4-BE49-F238E27FC236}">
                <a16:creationId xmlns:a16="http://schemas.microsoft.com/office/drawing/2014/main" id="{CDAD19BE-D3CE-3E4E-B33B-E91F81BFCE0B}"/>
              </a:ext>
            </a:extLst>
          </p:cNvPr>
          <p:cNvSpPr>
            <a:spLocks noGrp="1"/>
          </p:cNvSpPr>
          <p:nvPr>
            <p:ph type="body" sz="quarter" idx="14"/>
          </p:nvPr>
        </p:nvSpPr>
        <p:spPr>
          <a:xfrm>
            <a:off x="2768410" y="1673908"/>
            <a:ext cx="6843871" cy="2515179"/>
          </a:xfrm>
        </p:spPr>
        <p:txBody>
          <a:bodyPr/>
          <a:lstStyle/>
          <a:p>
            <a:pPr marL="0" indent="0">
              <a:buNone/>
            </a:pPr>
            <a:r>
              <a:rPr kumimoji="1" lang="en-US" altLang="ja-JP" dirty="0"/>
              <a:t>1.</a:t>
            </a:r>
            <a:r>
              <a:rPr kumimoji="1" lang="ja-JP" altLang="en-US" dirty="0"/>
              <a:t>作品概要</a:t>
            </a:r>
            <a:br>
              <a:rPr kumimoji="1" lang="en-US" altLang="ja-JP" dirty="0"/>
            </a:br>
            <a:r>
              <a:rPr kumimoji="1" lang="en-US" altLang="ja-JP" dirty="0"/>
              <a:t>2.</a:t>
            </a:r>
            <a:r>
              <a:rPr kumimoji="1" lang="ja-JP" altLang="en-US" dirty="0"/>
              <a:t>実装に掛かるアルゴリズム</a:t>
            </a:r>
            <a:endParaRPr kumimoji="1" lang="en-US" altLang="ja-JP" dirty="0"/>
          </a:p>
          <a:p>
            <a:pPr marL="0" indent="0">
              <a:buNone/>
            </a:pPr>
            <a:r>
              <a:rPr lang="en-US" altLang="ja-JP" dirty="0"/>
              <a:t>3.</a:t>
            </a:r>
            <a:r>
              <a:rPr lang="ja-JP" altLang="en-US" dirty="0"/>
              <a:t>作品の強み</a:t>
            </a:r>
            <a:endParaRPr lang="en-US" altLang="ja-JP" dirty="0"/>
          </a:p>
          <a:p>
            <a:pPr marL="0" indent="0">
              <a:buNone/>
            </a:pPr>
            <a:r>
              <a:rPr kumimoji="1" lang="en-US" altLang="ja-JP" dirty="0"/>
              <a:t>4.</a:t>
            </a:r>
            <a:r>
              <a:rPr kumimoji="1" lang="ja-JP" altLang="en-US" dirty="0"/>
              <a:t>実演</a:t>
            </a:r>
          </a:p>
        </p:txBody>
      </p:sp>
      <p:sp>
        <p:nvSpPr>
          <p:cNvPr id="9" name="正方形/長方形 8">
            <a:extLst>
              <a:ext uri="{FF2B5EF4-FFF2-40B4-BE49-F238E27FC236}">
                <a16:creationId xmlns:a16="http://schemas.microsoft.com/office/drawing/2014/main" id="{4F7A86D2-C2E7-114D-DD7F-B03B619D9524}"/>
              </a:ext>
            </a:extLst>
          </p:cNvPr>
          <p:cNvSpPr/>
          <p:nvPr/>
        </p:nvSpPr>
        <p:spPr>
          <a:xfrm>
            <a:off x="10892531" y="138354"/>
            <a:ext cx="1235414" cy="682192"/>
          </a:xfrm>
          <a:prstGeom prst="rect">
            <a:avLst/>
          </a:prstGeom>
          <a:solidFill>
            <a:srgbClr val="DAE0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2773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927B2-EDD4-6059-91D2-99BECB3D3C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285B56-4DA7-95BD-5D6B-77EF4ECE1C6F}"/>
              </a:ext>
            </a:extLst>
          </p:cNvPr>
          <p:cNvSpPr>
            <a:spLocks noGrp="1"/>
          </p:cNvSpPr>
          <p:nvPr>
            <p:ph type="title"/>
          </p:nvPr>
        </p:nvSpPr>
        <p:spPr/>
        <p:txBody>
          <a:bodyPr/>
          <a:lstStyle/>
          <a:p>
            <a:r>
              <a:rPr kumimoji="1" lang="en-US" altLang="ja-JP" dirty="0"/>
              <a:t>1.</a:t>
            </a:r>
            <a:r>
              <a:rPr kumimoji="1" lang="ja-JP" altLang="en-US" dirty="0"/>
              <a:t>作品概要</a:t>
            </a:r>
          </a:p>
        </p:txBody>
      </p:sp>
      <p:sp>
        <p:nvSpPr>
          <p:cNvPr id="3" name="テキスト プレースホルダー 2">
            <a:extLst>
              <a:ext uri="{FF2B5EF4-FFF2-40B4-BE49-F238E27FC236}">
                <a16:creationId xmlns:a16="http://schemas.microsoft.com/office/drawing/2014/main" id="{D37F98F6-7168-F967-1058-F516F6EE4BCA}"/>
              </a:ext>
            </a:extLst>
          </p:cNvPr>
          <p:cNvSpPr>
            <a:spLocks noGrp="1"/>
          </p:cNvSpPr>
          <p:nvPr>
            <p:ph type="body" sz="quarter" idx="13"/>
          </p:nvPr>
        </p:nvSpPr>
        <p:spPr/>
        <p:txBody>
          <a:bodyPr/>
          <a:lstStyle/>
          <a:p>
            <a:r>
              <a:rPr kumimoji="1" lang="ja-JP" altLang="en-US" dirty="0"/>
              <a:t>実画面</a:t>
            </a:r>
          </a:p>
        </p:txBody>
      </p:sp>
      <p:sp>
        <p:nvSpPr>
          <p:cNvPr id="5" name="テキスト プレースホルダー 4">
            <a:extLst>
              <a:ext uri="{FF2B5EF4-FFF2-40B4-BE49-F238E27FC236}">
                <a16:creationId xmlns:a16="http://schemas.microsoft.com/office/drawing/2014/main" id="{B961FBB0-98EA-CD31-CF3E-764B8BCBF1C5}"/>
              </a:ext>
            </a:extLst>
          </p:cNvPr>
          <p:cNvSpPr>
            <a:spLocks noGrp="1"/>
          </p:cNvSpPr>
          <p:nvPr>
            <p:ph type="body" sz="quarter" idx="15"/>
          </p:nvPr>
        </p:nvSpPr>
        <p:spPr>
          <a:xfrm>
            <a:off x="1414516" y="2015480"/>
            <a:ext cx="5269096" cy="3280234"/>
          </a:xfrm>
        </p:spPr>
        <p:txBody>
          <a:bodyPr anchor="t"/>
          <a:lstStyle/>
          <a:p>
            <a:r>
              <a:rPr kumimoji="1" lang="ja-JP" altLang="en-US" dirty="0"/>
              <a:t>左上</a:t>
            </a:r>
            <a:r>
              <a:rPr kumimoji="1" lang="en-US" altLang="ja-JP" dirty="0"/>
              <a:t>	</a:t>
            </a:r>
            <a:r>
              <a:rPr kumimoji="1" lang="ja-JP" altLang="en-US" dirty="0"/>
              <a:t>　：</a:t>
            </a:r>
            <a:r>
              <a:rPr kumimoji="1" lang="en-US" altLang="ja-JP" dirty="0"/>
              <a:t>SCORE(</a:t>
            </a:r>
            <a:r>
              <a:rPr kumimoji="1" lang="ja-JP" altLang="en-US" dirty="0"/>
              <a:t>敵討伐ごとに加算</a:t>
            </a:r>
            <a:r>
              <a:rPr kumimoji="1" lang="en-US" altLang="ja-JP" dirty="0"/>
              <a:t>)</a:t>
            </a:r>
            <a:br>
              <a:rPr kumimoji="1" lang="en-US" altLang="ja-JP" dirty="0"/>
            </a:br>
            <a:r>
              <a:rPr kumimoji="1" lang="ja-JP" altLang="en-US" dirty="0"/>
              <a:t>右上</a:t>
            </a:r>
            <a:r>
              <a:rPr kumimoji="1" lang="en-US" altLang="ja-JP" dirty="0"/>
              <a:t>1</a:t>
            </a:r>
            <a:r>
              <a:rPr lang="en-US" altLang="ja-JP" dirty="0"/>
              <a:t>	</a:t>
            </a:r>
            <a:r>
              <a:rPr lang="ja-JP" altLang="en-US" dirty="0"/>
              <a:t>　</a:t>
            </a:r>
            <a:r>
              <a:rPr kumimoji="1" lang="ja-JP" altLang="en-US" dirty="0"/>
              <a:t>：ライフ</a:t>
            </a:r>
            <a:r>
              <a:rPr kumimoji="1" lang="en-US" altLang="ja-JP" dirty="0"/>
              <a:t>(</a:t>
            </a:r>
            <a:r>
              <a:rPr lang="ja-JP" altLang="en-US" dirty="0"/>
              <a:t>ロケットの</a:t>
            </a:r>
            <a:r>
              <a:rPr kumimoji="1" lang="ja-JP" altLang="en-US" dirty="0"/>
              <a:t>被弾ごとに減少</a:t>
            </a:r>
            <a:r>
              <a:rPr kumimoji="1" lang="en-US" altLang="ja-JP" dirty="0"/>
              <a:t>)</a:t>
            </a:r>
            <a:br>
              <a:rPr kumimoji="1" lang="en-US" altLang="ja-JP" dirty="0"/>
            </a:br>
            <a:r>
              <a:rPr kumimoji="1" lang="ja-JP" altLang="en-US" dirty="0"/>
              <a:t>右上</a:t>
            </a:r>
            <a:r>
              <a:rPr kumimoji="1" lang="en-US" altLang="ja-JP" dirty="0"/>
              <a:t>2	</a:t>
            </a:r>
            <a:r>
              <a:rPr kumimoji="1" lang="ja-JP" altLang="en-US"/>
              <a:t>　：スペシャル攻撃の残数</a:t>
            </a:r>
            <a:br>
              <a:rPr kumimoji="1" lang="en-US" altLang="ja-JP" dirty="0"/>
            </a:br>
            <a:r>
              <a:rPr lang="ja-JP" altLang="en-US" dirty="0"/>
              <a:t>ロケット：操作する機体</a:t>
            </a:r>
            <a:br>
              <a:rPr lang="en-US" altLang="ja-JP" dirty="0"/>
            </a:br>
            <a:r>
              <a:rPr lang="ja-JP" altLang="en-US" dirty="0"/>
              <a:t>赤丸</a:t>
            </a:r>
            <a:r>
              <a:rPr lang="en-US" altLang="ja-JP" dirty="0"/>
              <a:t>	</a:t>
            </a:r>
            <a:r>
              <a:rPr lang="ja-JP" altLang="en-US" dirty="0"/>
              <a:t>　：プレイヤーの発射する弾</a:t>
            </a:r>
            <a:endParaRPr lang="en-US" altLang="ja-JP" dirty="0"/>
          </a:p>
          <a:p>
            <a:r>
              <a:rPr kumimoji="1" lang="ja-JP" altLang="en-US" dirty="0"/>
              <a:t>緑丸</a:t>
            </a:r>
            <a:r>
              <a:rPr kumimoji="1" lang="en-US" altLang="ja-JP" dirty="0"/>
              <a:t>	</a:t>
            </a:r>
            <a:r>
              <a:rPr kumimoji="1" lang="ja-JP" altLang="en-US" dirty="0"/>
              <a:t>　：敵</a:t>
            </a:r>
            <a:endParaRPr kumimoji="1" lang="en-US" altLang="ja-JP" dirty="0"/>
          </a:p>
          <a:p>
            <a:r>
              <a:rPr lang="ja-JP" altLang="en-US" dirty="0"/>
              <a:t>黄丸</a:t>
            </a:r>
            <a:r>
              <a:rPr lang="en-US" altLang="ja-JP" dirty="0"/>
              <a:t>	</a:t>
            </a:r>
            <a:r>
              <a:rPr lang="ja-JP" altLang="en-US" dirty="0"/>
              <a:t>　：敵の発射する弾</a:t>
            </a:r>
            <a:endParaRPr lang="en-US" altLang="ja-JP" dirty="0"/>
          </a:p>
          <a:p>
            <a:r>
              <a:rPr kumimoji="1" lang="ja-JP" altLang="en-US" dirty="0"/>
              <a:t>白丸</a:t>
            </a:r>
            <a:r>
              <a:rPr kumimoji="1" lang="en-US" altLang="ja-JP" dirty="0"/>
              <a:t>	</a:t>
            </a:r>
            <a:r>
              <a:rPr kumimoji="1" lang="ja-JP" altLang="en-US" dirty="0"/>
              <a:t>　：ロケットの当たり判定</a:t>
            </a:r>
            <a:br>
              <a:rPr kumimoji="1" lang="en-US" altLang="ja-JP" dirty="0"/>
            </a:br>
            <a:endParaRPr kumimoji="1" lang="ja-JP" altLang="en-US" dirty="0"/>
          </a:p>
        </p:txBody>
      </p:sp>
      <p:pic>
        <p:nvPicPr>
          <p:cNvPr id="10" name="コンテンツ プレースホルダー 9">
            <a:extLst>
              <a:ext uri="{FF2B5EF4-FFF2-40B4-BE49-F238E27FC236}">
                <a16:creationId xmlns:a16="http://schemas.microsoft.com/office/drawing/2014/main" id="{F2F1DC30-FA96-C737-C853-948C4A496787}"/>
              </a:ext>
            </a:extLst>
          </p:cNvPr>
          <p:cNvPicPr>
            <a:picLocks noGrp="1" noChangeAspect="1"/>
          </p:cNvPicPr>
          <p:nvPr>
            <p:ph sz="quarter" idx="17"/>
          </p:nvPr>
        </p:nvPicPr>
        <p:blipFill>
          <a:blip r:embed="rId2"/>
          <a:srcRect/>
          <a:stretch/>
        </p:blipFill>
        <p:spPr>
          <a:xfrm>
            <a:off x="6683612" y="1380188"/>
            <a:ext cx="4379912" cy="4357975"/>
          </a:xfrm>
          <a:prstGeom prst="rect">
            <a:avLst/>
          </a:prstGeom>
        </p:spPr>
      </p:pic>
      <p:sp>
        <p:nvSpPr>
          <p:cNvPr id="7" name="スライド番号プレースホルダー 6">
            <a:extLst>
              <a:ext uri="{FF2B5EF4-FFF2-40B4-BE49-F238E27FC236}">
                <a16:creationId xmlns:a16="http://schemas.microsoft.com/office/drawing/2014/main" id="{315282FC-D9F5-F8E8-F0DD-E46814A79976}"/>
              </a:ext>
            </a:extLst>
          </p:cNvPr>
          <p:cNvSpPr>
            <a:spLocks noGrp="1"/>
          </p:cNvSpPr>
          <p:nvPr>
            <p:ph type="sldNum" sz="quarter" idx="12"/>
          </p:nvPr>
        </p:nvSpPr>
        <p:spPr/>
        <p:txBody>
          <a:bodyPr/>
          <a:lstStyle/>
          <a:p>
            <a:fld id="{50E72B5A-09A6-C249-B318-B6015AC14AFC}" type="slidenum">
              <a:rPr lang="ja-JP" altLang="en-US" smtClean="0"/>
              <a:pPr/>
              <a:t>2</a:t>
            </a:fld>
            <a:endParaRPr lang="ja-JP" altLang="en-US"/>
          </a:p>
        </p:txBody>
      </p:sp>
      <p:sp>
        <p:nvSpPr>
          <p:cNvPr id="8" name="正方形/長方形 7">
            <a:extLst>
              <a:ext uri="{FF2B5EF4-FFF2-40B4-BE49-F238E27FC236}">
                <a16:creationId xmlns:a16="http://schemas.microsoft.com/office/drawing/2014/main" id="{64C00A68-F4D0-8DD8-A438-CF104D7A7E43}"/>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35568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7CC1-9F56-9488-2A0D-0B46DE9A53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237A2A-7476-F6AD-92C0-9EB8C9D8C1AF}"/>
              </a:ext>
            </a:extLst>
          </p:cNvPr>
          <p:cNvSpPr>
            <a:spLocks noGrp="1"/>
          </p:cNvSpPr>
          <p:nvPr>
            <p:ph type="title"/>
          </p:nvPr>
        </p:nvSpPr>
        <p:spPr/>
        <p:txBody>
          <a:bodyPr/>
          <a:lstStyle/>
          <a:p>
            <a:r>
              <a:rPr kumimoji="1" lang="en-US" altLang="ja-JP" dirty="0"/>
              <a:t>1.</a:t>
            </a:r>
            <a:r>
              <a:rPr kumimoji="1" lang="ja-JP" altLang="en-US" dirty="0"/>
              <a:t>作品概要</a:t>
            </a:r>
          </a:p>
        </p:txBody>
      </p:sp>
      <p:sp>
        <p:nvSpPr>
          <p:cNvPr id="3" name="テキスト プレースホルダー 2">
            <a:extLst>
              <a:ext uri="{FF2B5EF4-FFF2-40B4-BE49-F238E27FC236}">
                <a16:creationId xmlns:a16="http://schemas.microsoft.com/office/drawing/2014/main" id="{C6666537-C12E-0C66-A83F-3F46BA51E032}"/>
              </a:ext>
            </a:extLst>
          </p:cNvPr>
          <p:cNvSpPr>
            <a:spLocks noGrp="1"/>
          </p:cNvSpPr>
          <p:nvPr>
            <p:ph type="body" sz="quarter" idx="13"/>
          </p:nvPr>
        </p:nvSpPr>
        <p:spPr/>
        <p:txBody>
          <a:bodyPr/>
          <a:lstStyle/>
          <a:p>
            <a:r>
              <a:rPr lang="ja-JP" altLang="en-US" dirty="0"/>
              <a:t>基本ルール</a:t>
            </a:r>
            <a:endParaRPr kumimoji="1" lang="ja-JP" altLang="en-US" dirty="0"/>
          </a:p>
        </p:txBody>
      </p:sp>
      <p:sp>
        <p:nvSpPr>
          <p:cNvPr id="5" name="テキスト プレースホルダー 4">
            <a:extLst>
              <a:ext uri="{FF2B5EF4-FFF2-40B4-BE49-F238E27FC236}">
                <a16:creationId xmlns:a16="http://schemas.microsoft.com/office/drawing/2014/main" id="{F66C7AB0-C6E2-A961-9B3E-336B00BCD0FD}"/>
              </a:ext>
            </a:extLst>
          </p:cNvPr>
          <p:cNvSpPr>
            <a:spLocks noGrp="1"/>
          </p:cNvSpPr>
          <p:nvPr>
            <p:ph type="body" sz="quarter" idx="15"/>
          </p:nvPr>
        </p:nvSpPr>
        <p:spPr>
          <a:xfrm>
            <a:off x="1414516" y="2015479"/>
            <a:ext cx="5269096" cy="3722683"/>
          </a:xfrm>
        </p:spPr>
        <p:txBody>
          <a:bodyPr anchor="t"/>
          <a:lstStyle/>
          <a:p>
            <a:r>
              <a:rPr kumimoji="1" lang="ja-JP" altLang="en-US" dirty="0"/>
              <a:t>ロケット</a:t>
            </a:r>
            <a:r>
              <a:rPr kumimoji="1" lang="en-US" altLang="ja-JP" dirty="0"/>
              <a:t>(</a:t>
            </a:r>
            <a:r>
              <a:rPr kumimoji="1" lang="ja-JP" altLang="en-US" dirty="0"/>
              <a:t>以降自機と呼称</a:t>
            </a:r>
            <a:r>
              <a:rPr kumimoji="1" lang="en-US" altLang="ja-JP" dirty="0"/>
              <a:t>)</a:t>
            </a:r>
            <a:r>
              <a:rPr kumimoji="1" lang="ja-JP" altLang="en-US" dirty="0"/>
              <a:t>を操作し、敵の発射する弾を回避しながら、自機から弾を発射またはスペシャル攻撃をして敵を倒してスコアを稼ぎ、目標点</a:t>
            </a:r>
            <a:r>
              <a:rPr kumimoji="1" lang="en-US" altLang="ja-JP" dirty="0"/>
              <a:t>(50000</a:t>
            </a:r>
            <a:r>
              <a:rPr kumimoji="1" lang="ja-JP" altLang="en-US" dirty="0"/>
              <a:t>点</a:t>
            </a:r>
            <a:r>
              <a:rPr kumimoji="1" lang="en-US" altLang="ja-JP" dirty="0"/>
              <a:t>)</a:t>
            </a:r>
            <a:r>
              <a:rPr kumimoji="1" lang="ja-JP" altLang="en-US" dirty="0"/>
              <a:t>を目指すゲーム。</a:t>
            </a:r>
            <a:endParaRPr kumimoji="1" lang="en-US" altLang="ja-JP" dirty="0"/>
          </a:p>
          <a:p>
            <a:r>
              <a:rPr lang="ja-JP" altLang="en-US" dirty="0"/>
              <a:t>敵の弾が白丸に当たるとライフが減少し、ライフが</a:t>
            </a:r>
            <a:r>
              <a:rPr lang="en-US" altLang="ja-JP" dirty="0"/>
              <a:t>0</a:t>
            </a:r>
            <a:r>
              <a:rPr lang="ja-JP" altLang="en-US" dirty="0"/>
              <a:t>になるとゲームオーバーになる。</a:t>
            </a:r>
            <a:endParaRPr lang="en-US" altLang="ja-JP" dirty="0"/>
          </a:p>
          <a:p>
            <a:r>
              <a:rPr kumimoji="1" lang="ja-JP" altLang="en-US" dirty="0"/>
              <a:t>スコアが表示され、再スタートするか尋ねられる設計。</a:t>
            </a:r>
            <a:br>
              <a:rPr kumimoji="1" lang="en-US" altLang="ja-JP" dirty="0"/>
            </a:br>
            <a:endParaRPr kumimoji="1" lang="ja-JP" altLang="en-US" dirty="0"/>
          </a:p>
        </p:txBody>
      </p:sp>
      <p:sp>
        <p:nvSpPr>
          <p:cNvPr id="7" name="スライド番号プレースホルダー 6">
            <a:extLst>
              <a:ext uri="{FF2B5EF4-FFF2-40B4-BE49-F238E27FC236}">
                <a16:creationId xmlns:a16="http://schemas.microsoft.com/office/drawing/2014/main" id="{9B081A2C-E85D-E9C2-D9E2-BDFA3BC5FF49}"/>
              </a:ext>
            </a:extLst>
          </p:cNvPr>
          <p:cNvSpPr>
            <a:spLocks noGrp="1"/>
          </p:cNvSpPr>
          <p:nvPr>
            <p:ph type="sldNum" sz="quarter" idx="12"/>
          </p:nvPr>
        </p:nvSpPr>
        <p:spPr/>
        <p:txBody>
          <a:bodyPr/>
          <a:lstStyle/>
          <a:p>
            <a:fld id="{50E72B5A-09A6-C249-B318-B6015AC14AFC}" type="slidenum">
              <a:rPr lang="ja-JP" altLang="en-US" smtClean="0"/>
              <a:pPr/>
              <a:t>3</a:t>
            </a:fld>
            <a:endParaRPr lang="ja-JP" altLang="en-US"/>
          </a:p>
        </p:txBody>
      </p:sp>
      <p:sp>
        <p:nvSpPr>
          <p:cNvPr id="8" name="正方形/長方形 7">
            <a:extLst>
              <a:ext uri="{FF2B5EF4-FFF2-40B4-BE49-F238E27FC236}">
                <a16:creationId xmlns:a16="http://schemas.microsoft.com/office/drawing/2014/main" id="{5F6ED292-D77F-236C-44AB-7711B1BE61FD}"/>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コンテンツ プレースホルダー 9">
            <a:extLst>
              <a:ext uri="{FF2B5EF4-FFF2-40B4-BE49-F238E27FC236}">
                <a16:creationId xmlns:a16="http://schemas.microsoft.com/office/drawing/2014/main" id="{377ABBAD-14C1-59A2-77D9-9ED1B3C3C983}"/>
              </a:ext>
            </a:extLst>
          </p:cNvPr>
          <p:cNvPicPr>
            <a:picLocks noChangeAspect="1"/>
          </p:cNvPicPr>
          <p:nvPr/>
        </p:nvPicPr>
        <p:blipFill>
          <a:blip r:embed="rId2"/>
          <a:srcRect/>
          <a:stretch/>
        </p:blipFill>
        <p:spPr>
          <a:xfrm>
            <a:off x="6596235" y="1352513"/>
            <a:ext cx="4379912" cy="4357975"/>
          </a:xfrm>
          <a:prstGeom prst="rect">
            <a:avLst/>
          </a:prstGeom>
        </p:spPr>
      </p:pic>
    </p:spTree>
    <p:extLst>
      <p:ext uri="{BB962C8B-B14F-4D97-AF65-F5344CB8AC3E}">
        <p14:creationId xmlns:p14="http://schemas.microsoft.com/office/powerpoint/2010/main" val="351817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4E5869-C0A9-942B-48EC-3480450B1CF5}"/>
              </a:ext>
            </a:extLst>
          </p:cNvPr>
          <p:cNvSpPr>
            <a:spLocks noGrp="1"/>
          </p:cNvSpPr>
          <p:nvPr>
            <p:ph type="title"/>
          </p:nvPr>
        </p:nvSpPr>
        <p:spPr/>
        <p:txBody>
          <a:bodyPr/>
          <a:lstStyle/>
          <a:p>
            <a:r>
              <a:rPr kumimoji="1" lang="en-US" altLang="ja-JP" dirty="0"/>
              <a:t>1.</a:t>
            </a:r>
            <a:r>
              <a:rPr kumimoji="1" lang="ja-JP" altLang="en-US" dirty="0"/>
              <a:t>作品概要</a:t>
            </a:r>
          </a:p>
        </p:txBody>
      </p:sp>
      <p:sp>
        <p:nvSpPr>
          <p:cNvPr id="3" name="テキスト プレースホルダー 2">
            <a:extLst>
              <a:ext uri="{FF2B5EF4-FFF2-40B4-BE49-F238E27FC236}">
                <a16:creationId xmlns:a16="http://schemas.microsoft.com/office/drawing/2014/main" id="{EAA3DDDC-60E6-9130-1057-DB4B7CE6FB5A}"/>
              </a:ext>
            </a:extLst>
          </p:cNvPr>
          <p:cNvSpPr>
            <a:spLocks noGrp="1"/>
          </p:cNvSpPr>
          <p:nvPr>
            <p:ph type="body" sz="quarter" idx="13"/>
          </p:nvPr>
        </p:nvSpPr>
        <p:spPr/>
        <p:txBody>
          <a:bodyPr/>
          <a:lstStyle/>
          <a:p>
            <a:r>
              <a:rPr lang="ja-JP" altLang="en-US" dirty="0"/>
              <a:t>操作キー</a:t>
            </a:r>
            <a:endParaRPr kumimoji="1" lang="ja-JP" altLang="en-US" dirty="0"/>
          </a:p>
        </p:txBody>
      </p:sp>
      <p:sp>
        <p:nvSpPr>
          <p:cNvPr id="5" name="テキスト プレースホルダー 4">
            <a:extLst>
              <a:ext uri="{FF2B5EF4-FFF2-40B4-BE49-F238E27FC236}">
                <a16:creationId xmlns:a16="http://schemas.microsoft.com/office/drawing/2014/main" id="{82C8B689-610B-DE0F-2241-36D42FCE5BBE}"/>
              </a:ext>
            </a:extLst>
          </p:cNvPr>
          <p:cNvSpPr>
            <a:spLocks noGrp="1"/>
          </p:cNvSpPr>
          <p:nvPr>
            <p:ph type="body" sz="quarter" idx="15"/>
          </p:nvPr>
        </p:nvSpPr>
        <p:spPr>
          <a:xfrm>
            <a:off x="1414516" y="2015480"/>
            <a:ext cx="5269096" cy="4137894"/>
          </a:xfrm>
        </p:spPr>
        <p:txBody>
          <a:bodyPr anchor="t"/>
          <a:lstStyle/>
          <a:p>
            <a:r>
              <a:rPr kumimoji="1" lang="ja-JP" altLang="en-US" dirty="0"/>
              <a:t>上下左右キー：移動</a:t>
            </a:r>
            <a:endParaRPr kumimoji="1" lang="en-US" altLang="ja-JP" dirty="0"/>
          </a:p>
          <a:p>
            <a:r>
              <a:rPr lang="en-US" altLang="ja-JP" dirty="0"/>
              <a:t>z</a:t>
            </a:r>
            <a:r>
              <a:rPr kumimoji="1" lang="ja-JP" altLang="en-US" dirty="0"/>
              <a:t>キー</a:t>
            </a:r>
            <a:r>
              <a:rPr kumimoji="1" lang="en-US" altLang="ja-JP" dirty="0"/>
              <a:t>		</a:t>
            </a:r>
            <a:r>
              <a:rPr kumimoji="1" lang="ja-JP" altLang="en-US" dirty="0"/>
              <a:t>：自機の弾を発射</a:t>
            </a:r>
            <a:endParaRPr kumimoji="1" lang="en-US" altLang="ja-JP" dirty="0"/>
          </a:p>
          <a:p>
            <a:r>
              <a:rPr lang="en-US" altLang="ja-JP" dirty="0"/>
              <a:t>r</a:t>
            </a:r>
            <a:r>
              <a:rPr lang="ja-JP" altLang="en-US" dirty="0"/>
              <a:t>キー</a:t>
            </a:r>
            <a:r>
              <a:rPr lang="en-US" altLang="ja-JP" dirty="0"/>
              <a:t>		</a:t>
            </a:r>
            <a:r>
              <a:rPr lang="ja-JP" altLang="en-US" dirty="0"/>
              <a:t>：リスタート</a:t>
            </a:r>
            <a:r>
              <a:rPr lang="en-US" altLang="ja-JP" dirty="0"/>
              <a:t>(</a:t>
            </a:r>
            <a:r>
              <a:rPr lang="ja-JP" altLang="en-US" dirty="0"/>
              <a:t>ゲームオーバーの時のみ</a:t>
            </a:r>
            <a:r>
              <a:rPr lang="en-US" altLang="ja-JP" dirty="0"/>
              <a:t>)</a:t>
            </a:r>
          </a:p>
          <a:p>
            <a:r>
              <a:rPr lang="en-US" altLang="ja-JP" dirty="0"/>
              <a:t>x</a:t>
            </a:r>
            <a:r>
              <a:rPr lang="ja-JP" altLang="en-US" dirty="0"/>
              <a:t>キー</a:t>
            </a:r>
            <a:r>
              <a:rPr lang="en-US" altLang="ja-JP" dirty="0"/>
              <a:t>		</a:t>
            </a:r>
            <a:r>
              <a:rPr lang="ja-JP" altLang="en-US" dirty="0"/>
              <a:t>：スペシャル攻撃</a:t>
            </a:r>
            <a:br>
              <a:rPr lang="en-US" altLang="ja-JP" dirty="0"/>
            </a:br>
            <a:r>
              <a:rPr lang="en-US" altLang="ja-JP" dirty="0"/>
              <a:t>v</a:t>
            </a:r>
            <a:r>
              <a:rPr lang="ja-JP" altLang="en-US" dirty="0"/>
              <a:t>キー</a:t>
            </a:r>
            <a:r>
              <a:rPr lang="en-US" altLang="ja-JP" dirty="0"/>
              <a:t>		</a:t>
            </a:r>
            <a:r>
              <a:rPr lang="ja-JP" altLang="en-US" dirty="0"/>
              <a:t>：視点変更</a:t>
            </a:r>
            <a:r>
              <a:rPr lang="en-US" altLang="ja-JP" dirty="0"/>
              <a:t>(</a:t>
            </a:r>
            <a:r>
              <a:rPr lang="ja-JP" altLang="en-US" dirty="0"/>
              <a:t>後述</a:t>
            </a:r>
            <a:r>
              <a:rPr lang="en-US" altLang="ja-JP" dirty="0"/>
              <a:t>)</a:t>
            </a:r>
          </a:p>
          <a:p>
            <a:endParaRPr lang="en-US" altLang="ja-JP" dirty="0"/>
          </a:p>
          <a:p>
            <a:r>
              <a:rPr lang="en-US" altLang="ja-JP" dirty="0"/>
              <a:t>(</a:t>
            </a:r>
            <a:r>
              <a:rPr lang="ja-JP" altLang="en-US" dirty="0"/>
              <a:t>その他デモプレイ用に変数変更のキーあり</a:t>
            </a:r>
            <a:r>
              <a:rPr lang="en-US" altLang="ja-JP" dirty="0"/>
              <a:t>)</a:t>
            </a:r>
          </a:p>
          <a:p>
            <a:endParaRPr kumimoji="1" lang="en-US" altLang="ja-JP" dirty="0"/>
          </a:p>
          <a:p>
            <a:endParaRPr kumimoji="1" lang="en-US" altLang="ja-JP" dirty="0"/>
          </a:p>
          <a:p>
            <a:br>
              <a:rPr kumimoji="1" lang="en-US" altLang="ja-JP" dirty="0"/>
            </a:br>
            <a:endParaRPr kumimoji="1" lang="ja-JP" altLang="en-US" dirty="0"/>
          </a:p>
        </p:txBody>
      </p:sp>
      <p:pic>
        <p:nvPicPr>
          <p:cNvPr id="10" name="コンテンツ プレースホルダー 9">
            <a:extLst>
              <a:ext uri="{FF2B5EF4-FFF2-40B4-BE49-F238E27FC236}">
                <a16:creationId xmlns:a16="http://schemas.microsoft.com/office/drawing/2014/main" id="{B410089C-A2C3-1456-AFD5-109FEDA2BC8B}"/>
              </a:ext>
            </a:extLst>
          </p:cNvPr>
          <p:cNvPicPr>
            <a:picLocks noGrp="1" noChangeAspect="1"/>
          </p:cNvPicPr>
          <p:nvPr>
            <p:ph sz="quarter" idx="17"/>
          </p:nvPr>
        </p:nvPicPr>
        <p:blipFill>
          <a:blip r:embed="rId2"/>
          <a:srcRect/>
          <a:stretch/>
        </p:blipFill>
        <p:spPr>
          <a:xfrm>
            <a:off x="6683612" y="1380188"/>
            <a:ext cx="4379912" cy="4357975"/>
          </a:xfrm>
          <a:prstGeom prst="rect">
            <a:avLst/>
          </a:prstGeom>
        </p:spPr>
      </p:pic>
      <p:sp>
        <p:nvSpPr>
          <p:cNvPr id="7" name="スライド番号プレースホルダー 6">
            <a:extLst>
              <a:ext uri="{FF2B5EF4-FFF2-40B4-BE49-F238E27FC236}">
                <a16:creationId xmlns:a16="http://schemas.microsoft.com/office/drawing/2014/main" id="{F1834D2B-A78C-E59E-CAE6-A1FC5F88FC2B}"/>
              </a:ext>
            </a:extLst>
          </p:cNvPr>
          <p:cNvSpPr>
            <a:spLocks noGrp="1"/>
          </p:cNvSpPr>
          <p:nvPr>
            <p:ph type="sldNum" sz="quarter" idx="12"/>
          </p:nvPr>
        </p:nvSpPr>
        <p:spPr/>
        <p:txBody>
          <a:bodyPr/>
          <a:lstStyle/>
          <a:p>
            <a:fld id="{50E72B5A-09A6-C249-B318-B6015AC14AFC}" type="slidenum">
              <a:rPr lang="ja-JP" altLang="en-US" smtClean="0"/>
              <a:pPr/>
              <a:t>4</a:t>
            </a:fld>
            <a:endParaRPr lang="ja-JP" altLang="en-US"/>
          </a:p>
        </p:txBody>
      </p:sp>
      <p:sp>
        <p:nvSpPr>
          <p:cNvPr id="8" name="正方形/長方形 7">
            <a:extLst>
              <a:ext uri="{FF2B5EF4-FFF2-40B4-BE49-F238E27FC236}">
                <a16:creationId xmlns:a16="http://schemas.microsoft.com/office/drawing/2014/main" id="{62E6CF60-ACE4-9209-915D-1106A0708131}"/>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コンテンツ プレースホルダー 9">
            <a:extLst>
              <a:ext uri="{FF2B5EF4-FFF2-40B4-BE49-F238E27FC236}">
                <a16:creationId xmlns:a16="http://schemas.microsoft.com/office/drawing/2014/main" id="{64AF30E0-6DC9-DA42-2F27-01A8DDA23CA0}"/>
              </a:ext>
            </a:extLst>
          </p:cNvPr>
          <p:cNvPicPr>
            <a:picLocks noChangeAspect="1"/>
          </p:cNvPicPr>
          <p:nvPr/>
        </p:nvPicPr>
        <p:blipFill>
          <a:blip r:embed="rId2"/>
          <a:srcRect/>
          <a:stretch/>
        </p:blipFill>
        <p:spPr>
          <a:xfrm>
            <a:off x="6683612" y="1362042"/>
            <a:ext cx="4379912" cy="4357975"/>
          </a:xfrm>
          <a:prstGeom prst="rect">
            <a:avLst/>
          </a:prstGeom>
        </p:spPr>
      </p:pic>
    </p:spTree>
    <p:extLst>
      <p:ext uri="{BB962C8B-B14F-4D97-AF65-F5344CB8AC3E}">
        <p14:creationId xmlns:p14="http://schemas.microsoft.com/office/powerpoint/2010/main" val="2780682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E6E0D-533E-FE44-61F1-5E80B35DF2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4ED720-5CAF-6774-AF09-E6892ED83B16}"/>
              </a:ext>
            </a:extLst>
          </p:cNvPr>
          <p:cNvSpPr>
            <a:spLocks noGrp="1"/>
          </p:cNvSpPr>
          <p:nvPr>
            <p:ph type="title"/>
          </p:nvPr>
        </p:nvSpPr>
        <p:spPr/>
        <p:txBody>
          <a:bodyPr/>
          <a:lstStyle/>
          <a:p>
            <a:r>
              <a:rPr kumimoji="1" lang="en-US" altLang="ja-JP" dirty="0"/>
              <a:t>2.</a:t>
            </a:r>
            <a:r>
              <a:rPr kumimoji="1" lang="ja-JP" altLang="en-US" dirty="0"/>
              <a:t>実装に掛かるアルゴリズム</a:t>
            </a:r>
          </a:p>
        </p:txBody>
      </p:sp>
      <p:sp>
        <p:nvSpPr>
          <p:cNvPr id="3" name="テキスト プレースホルダー 2">
            <a:extLst>
              <a:ext uri="{FF2B5EF4-FFF2-40B4-BE49-F238E27FC236}">
                <a16:creationId xmlns:a16="http://schemas.microsoft.com/office/drawing/2014/main" id="{DB6471D1-5E55-879A-A501-0ACD5DC955A4}"/>
              </a:ext>
            </a:extLst>
          </p:cNvPr>
          <p:cNvSpPr>
            <a:spLocks noGrp="1"/>
          </p:cNvSpPr>
          <p:nvPr>
            <p:ph type="body" sz="quarter" idx="13"/>
          </p:nvPr>
        </p:nvSpPr>
        <p:spPr/>
        <p:txBody>
          <a:bodyPr/>
          <a:lstStyle/>
          <a:p>
            <a:r>
              <a:rPr kumimoji="1" lang="ja-JP" altLang="en-US" dirty="0"/>
              <a:t>自機弾の発射</a:t>
            </a:r>
          </a:p>
        </p:txBody>
      </p:sp>
      <p:sp>
        <p:nvSpPr>
          <p:cNvPr id="5" name="テキスト プレースホルダー 4">
            <a:extLst>
              <a:ext uri="{FF2B5EF4-FFF2-40B4-BE49-F238E27FC236}">
                <a16:creationId xmlns:a16="http://schemas.microsoft.com/office/drawing/2014/main" id="{CB317B18-D635-4841-C8F4-C63FE4442E07}"/>
              </a:ext>
            </a:extLst>
          </p:cNvPr>
          <p:cNvSpPr>
            <a:spLocks noGrp="1"/>
          </p:cNvSpPr>
          <p:nvPr>
            <p:ph type="body" sz="quarter" idx="15"/>
          </p:nvPr>
        </p:nvSpPr>
        <p:spPr>
          <a:xfrm>
            <a:off x="1414516" y="2015480"/>
            <a:ext cx="5269096" cy="3280234"/>
          </a:xfrm>
        </p:spPr>
        <p:txBody>
          <a:bodyPr anchor="t"/>
          <a:lstStyle/>
          <a:p>
            <a:r>
              <a:rPr kumimoji="1" lang="ja-JP" altLang="en-US" dirty="0"/>
              <a:t>第</a:t>
            </a:r>
            <a:r>
              <a:rPr kumimoji="1" lang="en-US" altLang="ja-JP" dirty="0"/>
              <a:t>7</a:t>
            </a:r>
            <a:r>
              <a:rPr kumimoji="1" lang="ja-JP" altLang="en-US" dirty="0"/>
              <a:t>回課題のままではショットキーを押した瞬間に発射座標に戻り、再発射されてしまう問題がある。</a:t>
            </a:r>
            <a:endParaRPr kumimoji="1" lang="en-US" altLang="ja-JP" dirty="0"/>
          </a:p>
          <a:p>
            <a:endParaRPr lang="en-US" altLang="ja-JP" dirty="0"/>
          </a:p>
          <a:p>
            <a:r>
              <a:rPr lang="ja-JP" altLang="en-US" dirty="0">
                <a:highlight>
                  <a:srgbClr val="FFFF00"/>
                </a:highlight>
              </a:rPr>
              <a:t>自機弾が枠</a:t>
            </a:r>
            <a:r>
              <a:rPr kumimoji="1" lang="ja-JP" altLang="en-US" dirty="0">
                <a:highlight>
                  <a:srgbClr val="FFFF00"/>
                </a:highlight>
              </a:rPr>
              <a:t>内に存在するかを</a:t>
            </a:r>
            <a:r>
              <a:rPr kumimoji="1" lang="en-US" altLang="ja-JP" dirty="0">
                <a:highlight>
                  <a:srgbClr val="FFFF00"/>
                </a:highlight>
              </a:rPr>
              <a:t>idle</a:t>
            </a:r>
            <a:r>
              <a:rPr kumimoji="1" lang="ja-JP" altLang="en-US" dirty="0">
                <a:highlight>
                  <a:srgbClr val="FFFF00"/>
                </a:highlight>
              </a:rPr>
              <a:t>関数で判定し、存在中のみ座標の変数を更新する</a:t>
            </a:r>
            <a:r>
              <a:rPr kumimoji="1" lang="ja-JP" altLang="en-US" dirty="0"/>
              <a:t>ことで、発射した自機弾が途中で消えることを防止している。</a:t>
            </a:r>
          </a:p>
        </p:txBody>
      </p:sp>
      <p:pic>
        <p:nvPicPr>
          <p:cNvPr id="10" name="コンテンツ プレースホルダー 9">
            <a:extLst>
              <a:ext uri="{FF2B5EF4-FFF2-40B4-BE49-F238E27FC236}">
                <a16:creationId xmlns:a16="http://schemas.microsoft.com/office/drawing/2014/main" id="{DD252CFC-50E8-1DE5-381A-D19CDA9F42B9}"/>
              </a:ext>
            </a:extLst>
          </p:cNvPr>
          <p:cNvPicPr>
            <a:picLocks noGrp="1" noChangeAspect="1"/>
          </p:cNvPicPr>
          <p:nvPr>
            <p:ph sz="quarter" idx="17"/>
          </p:nvPr>
        </p:nvPicPr>
        <p:blipFill>
          <a:blip r:embed="rId2"/>
          <a:stretch>
            <a:fillRect/>
          </a:stretch>
        </p:blipFill>
        <p:spPr>
          <a:xfrm>
            <a:off x="6683612" y="1380188"/>
            <a:ext cx="4379912" cy="4357975"/>
          </a:xfrm>
          <a:prstGeom prst="rect">
            <a:avLst/>
          </a:prstGeom>
        </p:spPr>
      </p:pic>
      <p:sp>
        <p:nvSpPr>
          <p:cNvPr id="7" name="スライド番号プレースホルダー 6">
            <a:extLst>
              <a:ext uri="{FF2B5EF4-FFF2-40B4-BE49-F238E27FC236}">
                <a16:creationId xmlns:a16="http://schemas.microsoft.com/office/drawing/2014/main" id="{D3D8ABF6-ACD3-C2CB-598F-330C09F872B9}"/>
              </a:ext>
            </a:extLst>
          </p:cNvPr>
          <p:cNvSpPr>
            <a:spLocks noGrp="1"/>
          </p:cNvSpPr>
          <p:nvPr>
            <p:ph type="sldNum" sz="quarter" idx="12"/>
          </p:nvPr>
        </p:nvSpPr>
        <p:spPr/>
        <p:txBody>
          <a:bodyPr/>
          <a:lstStyle/>
          <a:p>
            <a:fld id="{50E72B5A-09A6-C249-B318-B6015AC14AFC}" type="slidenum">
              <a:rPr lang="ja-JP" altLang="en-US" smtClean="0"/>
              <a:pPr/>
              <a:t>5</a:t>
            </a:fld>
            <a:endParaRPr lang="ja-JP" altLang="en-US"/>
          </a:p>
        </p:txBody>
      </p:sp>
      <p:sp>
        <p:nvSpPr>
          <p:cNvPr id="8" name="正方形/長方形 7">
            <a:extLst>
              <a:ext uri="{FF2B5EF4-FFF2-40B4-BE49-F238E27FC236}">
                <a16:creationId xmlns:a16="http://schemas.microsoft.com/office/drawing/2014/main" id="{85E1A193-099F-ADF0-493D-39DE0EF98450}"/>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コンテンツ プレースホルダー 9">
            <a:extLst>
              <a:ext uri="{FF2B5EF4-FFF2-40B4-BE49-F238E27FC236}">
                <a16:creationId xmlns:a16="http://schemas.microsoft.com/office/drawing/2014/main" id="{E74D98FE-D074-8125-53F6-EBBABF27D0FB}"/>
              </a:ext>
            </a:extLst>
          </p:cNvPr>
          <p:cNvPicPr>
            <a:picLocks noChangeAspect="1"/>
          </p:cNvPicPr>
          <p:nvPr/>
        </p:nvPicPr>
        <p:blipFill>
          <a:blip r:embed="rId3"/>
          <a:srcRect/>
          <a:stretch/>
        </p:blipFill>
        <p:spPr>
          <a:xfrm>
            <a:off x="6683612" y="1362042"/>
            <a:ext cx="4379912" cy="4357975"/>
          </a:xfrm>
          <a:prstGeom prst="rect">
            <a:avLst/>
          </a:prstGeom>
        </p:spPr>
      </p:pic>
    </p:spTree>
    <p:extLst>
      <p:ext uri="{BB962C8B-B14F-4D97-AF65-F5344CB8AC3E}">
        <p14:creationId xmlns:p14="http://schemas.microsoft.com/office/powerpoint/2010/main" val="216408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C17FE-8F46-613F-9525-BFBF31536C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BCF47C-4189-F20D-9B08-E258F821F2BE}"/>
              </a:ext>
            </a:extLst>
          </p:cNvPr>
          <p:cNvSpPr>
            <a:spLocks noGrp="1"/>
          </p:cNvSpPr>
          <p:nvPr>
            <p:ph type="title"/>
          </p:nvPr>
        </p:nvSpPr>
        <p:spPr/>
        <p:txBody>
          <a:bodyPr/>
          <a:lstStyle/>
          <a:p>
            <a:r>
              <a:rPr kumimoji="1" lang="en-US" altLang="ja-JP" dirty="0"/>
              <a:t>2.</a:t>
            </a:r>
            <a:r>
              <a:rPr kumimoji="1" lang="ja-JP" altLang="en-US" dirty="0"/>
              <a:t>実装に掛かるアルゴリズム</a:t>
            </a:r>
          </a:p>
        </p:txBody>
      </p:sp>
      <p:sp>
        <p:nvSpPr>
          <p:cNvPr id="3" name="テキスト プレースホルダー 2">
            <a:extLst>
              <a:ext uri="{FF2B5EF4-FFF2-40B4-BE49-F238E27FC236}">
                <a16:creationId xmlns:a16="http://schemas.microsoft.com/office/drawing/2014/main" id="{421EF44B-E1D2-2159-37B0-E881257E1395}"/>
              </a:ext>
            </a:extLst>
          </p:cNvPr>
          <p:cNvSpPr>
            <a:spLocks noGrp="1"/>
          </p:cNvSpPr>
          <p:nvPr>
            <p:ph type="body" sz="quarter" idx="13"/>
          </p:nvPr>
        </p:nvSpPr>
        <p:spPr/>
        <p:txBody>
          <a:bodyPr/>
          <a:lstStyle/>
          <a:p>
            <a:r>
              <a:rPr lang="ja-JP" altLang="en-US" dirty="0"/>
              <a:t>敵の発生</a:t>
            </a:r>
            <a:endParaRPr kumimoji="1" lang="ja-JP" altLang="en-US" dirty="0"/>
          </a:p>
        </p:txBody>
      </p:sp>
      <p:sp>
        <p:nvSpPr>
          <p:cNvPr id="5" name="テキスト プレースホルダー 4">
            <a:extLst>
              <a:ext uri="{FF2B5EF4-FFF2-40B4-BE49-F238E27FC236}">
                <a16:creationId xmlns:a16="http://schemas.microsoft.com/office/drawing/2014/main" id="{3D2FE901-6B1A-2BED-E2E7-B984A5D630C9}"/>
              </a:ext>
            </a:extLst>
          </p:cNvPr>
          <p:cNvSpPr>
            <a:spLocks noGrp="1"/>
          </p:cNvSpPr>
          <p:nvPr>
            <p:ph type="body" sz="quarter" idx="15"/>
          </p:nvPr>
        </p:nvSpPr>
        <p:spPr>
          <a:xfrm>
            <a:off x="1414516" y="2015480"/>
            <a:ext cx="5361177" cy="4704166"/>
          </a:xfrm>
        </p:spPr>
        <p:txBody>
          <a:bodyPr anchor="t"/>
          <a:lstStyle/>
          <a:p>
            <a:r>
              <a:rPr kumimoji="1" lang="ja-JP" altLang="en-US" dirty="0"/>
              <a:t>敵の生成上限定数を用意し、下回っていれば</a:t>
            </a:r>
            <a:r>
              <a:rPr kumimoji="1" lang="en-US" altLang="ja-JP" dirty="0"/>
              <a:t>x</a:t>
            </a:r>
            <a:r>
              <a:rPr kumimoji="1" lang="ja-JP" altLang="en-US" dirty="0"/>
              <a:t>座標</a:t>
            </a:r>
            <a:r>
              <a:rPr kumimoji="1" lang="en-US" altLang="ja-JP" dirty="0"/>
              <a:t>(</a:t>
            </a:r>
            <a:r>
              <a:rPr kumimoji="1" lang="ja-JP" altLang="en-US" dirty="0"/>
              <a:t>左右</a:t>
            </a:r>
            <a:r>
              <a:rPr kumimoji="1" lang="en-US" altLang="ja-JP" dirty="0"/>
              <a:t>)</a:t>
            </a:r>
            <a:r>
              <a:rPr kumimoji="1" lang="ja-JP" altLang="en-US" dirty="0"/>
              <a:t>を</a:t>
            </a:r>
            <a:r>
              <a:rPr kumimoji="1" lang="en-US" altLang="ja-JP" dirty="0" err="1"/>
              <a:t>f</a:t>
            </a:r>
            <a:r>
              <a:rPr lang="en-US" altLang="ja-JP" dirty="0" err="1"/>
              <a:t>rand</a:t>
            </a:r>
            <a:r>
              <a:rPr lang="ja-JP" altLang="en-US" dirty="0"/>
              <a:t>関数で指定し生成する。</a:t>
            </a:r>
            <a:br>
              <a:rPr lang="en-US" altLang="ja-JP" dirty="0"/>
            </a:br>
            <a:endParaRPr lang="en-US" altLang="ja-JP" dirty="0"/>
          </a:p>
          <a:p>
            <a:r>
              <a:rPr kumimoji="1" lang="ja-JP" altLang="en-US" dirty="0"/>
              <a:t>敵の数は画面外に行く、または自機に討伐されることで減少する。</a:t>
            </a:r>
            <a:endParaRPr kumimoji="1" lang="en-US" altLang="ja-JP" dirty="0"/>
          </a:p>
          <a:p>
            <a:endParaRPr lang="en-US" altLang="ja-JP" dirty="0"/>
          </a:p>
          <a:p>
            <a:r>
              <a:rPr kumimoji="1" lang="ja-JP" altLang="en-US" dirty="0"/>
              <a:t>際限なく発生することの防止</a:t>
            </a:r>
            <a:endParaRPr kumimoji="1" lang="en-US" altLang="ja-JP" dirty="0"/>
          </a:p>
          <a:p>
            <a:r>
              <a:rPr lang="ja-JP" altLang="en-US" dirty="0"/>
              <a:t>敵の存在と弾幕は全て</a:t>
            </a:r>
            <a:r>
              <a:rPr lang="en-US" altLang="ja-JP" dirty="0"/>
              <a:t>bool</a:t>
            </a:r>
            <a:r>
              <a:rPr lang="ja-JP" altLang="en-US" dirty="0"/>
              <a:t>型配列で管理。</a:t>
            </a:r>
            <a:endParaRPr lang="en-US" altLang="ja-JP" dirty="0"/>
          </a:p>
          <a:p>
            <a:r>
              <a:rPr kumimoji="1" lang="en-US" altLang="ja-JP" dirty="0"/>
              <a:t>(</a:t>
            </a:r>
            <a:r>
              <a:rPr kumimoji="1" lang="ja-JP" altLang="en-US" dirty="0"/>
              <a:t>常時</a:t>
            </a:r>
            <a:r>
              <a:rPr kumimoji="1" lang="en-US" altLang="ja-JP" dirty="0"/>
              <a:t>O(N)</a:t>
            </a:r>
            <a:r>
              <a:rPr kumimoji="1" lang="ja-JP" altLang="en-US" dirty="0"/>
              <a:t>で配列走破するため、計算量は芳しくなく、メモリ効率は悪い</a:t>
            </a:r>
            <a:r>
              <a:rPr kumimoji="1" lang="en-US" altLang="ja-JP" dirty="0"/>
              <a:t>)</a:t>
            </a:r>
            <a:endParaRPr kumimoji="1" lang="ja-JP" altLang="en-US" dirty="0"/>
          </a:p>
        </p:txBody>
      </p:sp>
      <p:pic>
        <p:nvPicPr>
          <p:cNvPr id="10" name="コンテンツ プレースホルダー 9">
            <a:extLst>
              <a:ext uri="{FF2B5EF4-FFF2-40B4-BE49-F238E27FC236}">
                <a16:creationId xmlns:a16="http://schemas.microsoft.com/office/drawing/2014/main" id="{E20F159D-3106-1C71-89F0-553D138DE79C}"/>
              </a:ext>
            </a:extLst>
          </p:cNvPr>
          <p:cNvPicPr>
            <a:picLocks noGrp="1" noChangeAspect="1"/>
          </p:cNvPicPr>
          <p:nvPr>
            <p:ph sz="quarter" idx="17"/>
          </p:nvPr>
        </p:nvPicPr>
        <p:blipFill>
          <a:blip r:embed="rId2"/>
          <a:stretch>
            <a:fillRect/>
          </a:stretch>
        </p:blipFill>
        <p:spPr>
          <a:xfrm>
            <a:off x="6683612" y="1380188"/>
            <a:ext cx="4379912" cy="4357975"/>
          </a:xfrm>
          <a:prstGeom prst="rect">
            <a:avLst/>
          </a:prstGeom>
        </p:spPr>
      </p:pic>
      <p:sp>
        <p:nvSpPr>
          <p:cNvPr id="7" name="スライド番号プレースホルダー 6">
            <a:extLst>
              <a:ext uri="{FF2B5EF4-FFF2-40B4-BE49-F238E27FC236}">
                <a16:creationId xmlns:a16="http://schemas.microsoft.com/office/drawing/2014/main" id="{9F7ED844-91EF-6322-E818-78893020D1A7}"/>
              </a:ext>
            </a:extLst>
          </p:cNvPr>
          <p:cNvSpPr>
            <a:spLocks noGrp="1"/>
          </p:cNvSpPr>
          <p:nvPr>
            <p:ph type="sldNum" sz="quarter" idx="12"/>
          </p:nvPr>
        </p:nvSpPr>
        <p:spPr/>
        <p:txBody>
          <a:bodyPr/>
          <a:lstStyle/>
          <a:p>
            <a:fld id="{50E72B5A-09A6-C249-B318-B6015AC14AFC}" type="slidenum">
              <a:rPr lang="ja-JP" altLang="en-US" smtClean="0"/>
              <a:pPr/>
              <a:t>6</a:t>
            </a:fld>
            <a:endParaRPr lang="ja-JP" altLang="en-US"/>
          </a:p>
        </p:txBody>
      </p:sp>
      <p:sp>
        <p:nvSpPr>
          <p:cNvPr id="8" name="正方形/長方形 7">
            <a:extLst>
              <a:ext uri="{FF2B5EF4-FFF2-40B4-BE49-F238E27FC236}">
                <a16:creationId xmlns:a16="http://schemas.microsoft.com/office/drawing/2014/main" id="{71A93CC0-17BE-444C-D41C-1DD40DC97780}"/>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コンテンツ プレースホルダー 9">
            <a:extLst>
              <a:ext uri="{FF2B5EF4-FFF2-40B4-BE49-F238E27FC236}">
                <a16:creationId xmlns:a16="http://schemas.microsoft.com/office/drawing/2014/main" id="{75C8AE8F-FDC9-C78D-7BDC-D4DC599B41D9}"/>
              </a:ext>
            </a:extLst>
          </p:cNvPr>
          <p:cNvPicPr>
            <a:picLocks noChangeAspect="1"/>
          </p:cNvPicPr>
          <p:nvPr/>
        </p:nvPicPr>
        <p:blipFill>
          <a:blip r:embed="rId3"/>
          <a:srcRect/>
          <a:stretch/>
        </p:blipFill>
        <p:spPr>
          <a:xfrm>
            <a:off x="6683612" y="1362042"/>
            <a:ext cx="4379912" cy="4357975"/>
          </a:xfrm>
          <a:prstGeom prst="rect">
            <a:avLst/>
          </a:prstGeom>
        </p:spPr>
      </p:pic>
    </p:spTree>
    <p:extLst>
      <p:ext uri="{BB962C8B-B14F-4D97-AF65-F5344CB8AC3E}">
        <p14:creationId xmlns:p14="http://schemas.microsoft.com/office/powerpoint/2010/main" val="80290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0F54A-6681-5A18-65FE-1DAF851EA7CE}"/>
            </a:ext>
          </a:extLst>
        </p:cNvPr>
        <p:cNvGrpSpPr/>
        <p:nvPr/>
      </p:nvGrpSpPr>
      <p:grpSpPr>
        <a:xfrm>
          <a:off x="0" y="0"/>
          <a:ext cx="0" cy="0"/>
          <a:chOff x="0" y="0"/>
          <a:chExt cx="0" cy="0"/>
        </a:xfrm>
      </p:grpSpPr>
      <p:pic>
        <p:nvPicPr>
          <p:cNvPr id="12" name="コンテンツ プレースホルダー 9">
            <a:extLst>
              <a:ext uri="{FF2B5EF4-FFF2-40B4-BE49-F238E27FC236}">
                <a16:creationId xmlns:a16="http://schemas.microsoft.com/office/drawing/2014/main" id="{F090B054-543D-697A-12AF-AA7F0C00A1FC}"/>
              </a:ext>
            </a:extLst>
          </p:cNvPr>
          <p:cNvPicPr>
            <a:picLocks noChangeAspect="1"/>
          </p:cNvPicPr>
          <p:nvPr/>
        </p:nvPicPr>
        <p:blipFill>
          <a:blip r:embed="rId2"/>
          <a:srcRect/>
          <a:stretch/>
        </p:blipFill>
        <p:spPr>
          <a:xfrm>
            <a:off x="6683612" y="1473025"/>
            <a:ext cx="4379912" cy="4357975"/>
          </a:xfrm>
          <a:prstGeom prst="rect">
            <a:avLst/>
          </a:prstGeom>
        </p:spPr>
      </p:pic>
      <p:sp>
        <p:nvSpPr>
          <p:cNvPr id="2" name="タイトル 1">
            <a:extLst>
              <a:ext uri="{FF2B5EF4-FFF2-40B4-BE49-F238E27FC236}">
                <a16:creationId xmlns:a16="http://schemas.microsoft.com/office/drawing/2014/main" id="{FCE3BA6F-5979-A7B6-1945-E5E00A6B7226}"/>
              </a:ext>
            </a:extLst>
          </p:cNvPr>
          <p:cNvSpPr>
            <a:spLocks noGrp="1"/>
          </p:cNvSpPr>
          <p:nvPr>
            <p:ph type="title"/>
          </p:nvPr>
        </p:nvSpPr>
        <p:spPr/>
        <p:txBody>
          <a:bodyPr/>
          <a:lstStyle/>
          <a:p>
            <a:r>
              <a:rPr kumimoji="1" lang="en-US" altLang="ja-JP" dirty="0"/>
              <a:t>2.</a:t>
            </a:r>
            <a:r>
              <a:rPr kumimoji="1" lang="ja-JP" altLang="en-US" dirty="0"/>
              <a:t>実装に掛かるアルゴリズム</a:t>
            </a:r>
          </a:p>
        </p:txBody>
      </p:sp>
      <p:sp>
        <p:nvSpPr>
          <p:cNvPr id="3" name="テキスト プレースホルダー 2">
            <a:extLst>
              <a:ext uri="{FF2B5EF4-FFF2-40B4-BE49-F238E27FC236}">
                <a16:creationId xmlns:a16="http://schemas.microsoft.com/office/drawing/2014/main" id="{33068692-7D55-501F-220F-22AAAFDAC8FF}"/>
              </a:ext>
            </a:extLst>
          </p:cNvPr>
          <p:cNvSpPr>
            <a:spLocks noGrp="1"/>
          </p:cNvSpPr>
          <p:nvPr>
            <p:ph type="body" sz="quarter" idx="13"/>
          </p:nvPr>
        </p:nvSpPr>
        <p:spPr/>
        <p:txBody>
          <a:bodyPr/>
          <a:lstStyle/>
          <a:p>
            <a:r>
              <a:rPr lang="ja-JP" altLang="en-US" dirty="0"/>
              <a:t>敵の弾の発生</a:t>
            </a:r>
            <a:endParaRPr kumimoji="1" lang="ja-JP" altLang="en-US" dirty="0"/>
          </a:p>
        </p:txBody>
      </p:sp>
      <p:sp>
        <p:nvSpPr>
          <p:cNvPr id="5" name="テキスト プレースホルダー 4">
            <a:extLst>
              <a:ext uri="{FF2B5EF4-FFF2-40B4-BE49-F238E27FC236}">
                <a16:creationId xmlns:a16="http://schemas.microsoft.com/office/drawing/2014/main" id="{1FE2ACE4-A9BA-484C-7688-D8A9D29DC03B}"/>
              </a:ext>
            </a:extLst>
          </p:cNvPr>
          <p:cNvSpPr>
            <a:spLocks noGrp="1"/>
          </p:cNvSpPr>
          <p:nvPr>
            <p:ph type="body" sz="quarter" idx="15"/>
          </p:nvPr>
        </p:nvSpPr>
        <p:spPr>
          <a:xfrm>
            <a:off x="1414516" y="2015480"/>
            <a:ext cx="5361177" cy="4704166"/>
          </a:xfrm>
        </p:spPr>
        <p:txBody>
          <a:bodyPr anchor="t"/>
          <a:lstStyle/>
          <a:p>
            <a:r>
              <a:rPr lang="en-US" altLang="ja-JP" dirty="0"/>
              <a:t>i</a:t>
            </a:r>
            <a:r>
              <a:rPr kumimoji="1" lang="en-US" altLang="ja-JP" dirty="0"/>
              <a:t>dle</a:t>
            </a:r>
            <a:r>
              <a:rPr kumimoji="1" lang="ja-JP" altLang="en-US" dirty="0"/>
              <a:t>関数でフレーム数を記録し、一定周期ごとに生成。</a:t>
            </a:r>
            <a:endParaRPr kumimoji="1" lang="en-US" altLang="ja-JP" dirty="0"/>
          </a:p>
          <a:p>
            <a:endParaRPr lang="en-US" altLang="ja-JP" dirty="0"/>
          </a:p>
          <a:p>
            <a:r>
              <a:rPr lang="ja-JP" altLang="en-US" dirty="0"/>
              <a:t>軌道パターンは垂直降下と、発射時点での自機に向かう軌道の</a:t>
            </a:r>
            <a:r>
              <a:rPr lang="en-US" altLang="ja-JP" dirty="0"/>
              <a:t>2</a:t>
            </a:r>
            <a:r>
              <a:rPr lang="ja-JP" altLang="en-US" dirty="0"/>
              <a:t>パターン</a:t>
            </a:r>
            <a:endParaRPr lang="en-US" altLang="ja-JP" dirty="0"/>
          </a:p>
          <a:p>
            <a:r>
              <a:rPr kumimoji="1" lang="ja-JP" altLang="en-US" dirty="0"/>
              <a:t>パターンは総生成数の</a:t>
            </a:r>
            <a:r>
              <a:rPr kumimoji="1" lang="en-US" altLang="ja-JP" dirty="0"/>
              <a:t>mod2(</a:t>
            </a:r>
            <a:r>
              <a:rPr kumimoji="1" lang="ja-JP" altLang="en-US" dirty="0"/>
              <a:t>偶奇</a:t>
            </a:r>
            <a:r>
              <a:rPr kumimoji="1" lang="en-US" altLang="ja-JP" dirty="0"/>
              <a:t>)</a:t>
            </a:r>
            <a:r>
              <a:rPr kumimoji="1" lang="ja-JP" altLang="en-US" dirty="0"/>
              <a:t>で判定。</a:t>
            </a:r>
            <a:endParaRPr kumimoji="1" lang="en-US" altLang="ja-JP" dirty="0"/>
          </a:p>
          <a:p>
            <a:endParaRPr lang="en-US" altLang="ja-JP" dirty="0"/>
          </a:p>
          <a:p>
            <a:r>
              <a:rPr kumimoji="1" lang="ja-JP" altLang="en-US" dirty="0"/>
              <a:t>実演パートで見た方が理解しやすい</a:t>
            </a:r>
          </a:p>
        </p:txBody>
      </p:sp>
      <p:sp>
        <p:nvSpPr>
          <p:cNvPr id="7" name="スライド番号プレースホルダー 6">
            <a:extLst>
              <a:ext uri="{FF2B5EF4-FFF2-40B4-BE49-F238E27FC236}">
                <a16:creationId xmlns:a16="http://schemas.microsoft.com/office/drawing/2014/main" id="{E107F4B2-38E2-0EA9-C349-77077DE884E7}"/>
              </a:ext>
            </a:extLst>
          </p:cNvPr>
          <p:cNvSpPr>
            <a:spLocks noGrp="1"/>
          </p:cNvSpPr>
          <p:nvPr>
            <p:ph type="sldNum" sz="quarter" idx="12"/>
          </p:nvPr>
        </p:nvSpPr>
        <p:spPr/>
        <p:txBody>
          <a:bodyPr/>
          <a:lstStyle/>
          <a:p>
            <a:fld id="{50E72B5A-09A6-C249-B318-B6015AC14AFC}" type="slidenum">
              <a:rPr lang="ja-JP" altLang="en-US" smtClean="0"/>
              <a:pPr/>
              <a:t>7</a:t>
            </a:fld>
            <a:endParaRPr lang="ja-JP" altLang="en-US"/>
          </a:p>
        </p:txBody>
      </p:sp>
      <p:sp>
        <p:nvSpPr>
          <p:cNvPr id="8" name="正方形/長方形 7">
            <a:extLst>
              <a:ext uri="{FF2B5EF4-FFF2-40B4-BE49-F238E27FC236}">
                <a16:creationId xmlns:a16="http://schemas.microsoft.com/office/drawing/2014/main" id="{C11957A1-3A77-AA83-E680-75A3BE9FE86A}"/>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33FF07A7-E3AD-98A9-01AB-895E7605A52A}"/>
              </a:ext>
            </a:extLst>
          </p:cNvPr>
          <p:cNvSpPr/>
          <p:nvPr/>
        </p:nvSpPr>
        <p:spPr>
          <a:xfrm rot="1140480">
            <a:off x="9076967" y="4414501"/>
            <a:ext cx="459888" cy="107265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897E15F6-ED97-2BA8-C85A-D365986E1134}"/>
              </a:ext>
            </a:extLst>
          </p:cNvPr>
          <p:cNvSpPr/>
          <p:nvPr/>
        </p:nvSpPr>
        <p:spPr>
          <a:xfrm rot="2520735">
            <a:off x="8397547" y="2400559"/>
            <a:ext cx="602429" cy="138111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プレースホルダー 4">
            <a:extLst>
              <a:ext uri="{FF2B5EF4-FFF2-40B4-BE49-F238E27FC236}">
                <a16:creationId xmlns:a16="http://schemas.microsoft.com/office/drawing/2014/main" id="{3D16162F-2826-028E-1045-6F9B104AD9D5}"/>
              </a:ext>
            </a:extLst>
          </p:cNvPr>
          <p:cNvSpPr txBox="1">
            <a:spLocks/>
          </p:cNvSpPr>
          <p:nvPr/>
        </p:nvSpPr>
        <p:spPr>
          <a:xfrm>
            <a:off x="6683612" y="5831000"/>
            <a:ext cx="5361177" cy="81378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SzPct val="75000"/>
              <a:buFontTx/>
              <a:buNone/>
              <a:defRPr kumimoji="1" sz="2400" b="1" kern="1200">
                <a:solidFill>
                  <a:srgbClr val="375A7F"/>
                </a:solidFill>
                <a:latin typeface="+mn-lt"/>
                <a:ea typeface="+mn-ea"/>
                <a:cs typeface="+mn-cs"/>
              </a:defRPr>
            </a:lvl1pPr>
            <a:lvl2pPr marL="685800" indent="-228600" algn="l" defTabSz="914400" rtl="0" eaLnBrk="1" latinLnBrk="0" hangingPunct="1">
              <a:lnSpc>
                <a:spcPct val="90000"/>
              </a:lnSpc>
              <a:spcBef>
                <a:spcPts val="500"/>
              </a:spcBef>
              <a:buFontTx/>
              <a:buBlip>
                <a:blip r:embed="rId3"/>
              </a:buBlip>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3"/>
              </a:buBli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Blip>
                <a:blip r:embed="rId3"/>
              </a:buBlip>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Blip>
                <a:blip r:embed="rId3"/>
              </a:buBlip>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赤枠：自機を狙う弾</a:t>
            </a:r>
            <a:endParaRPr lang="en-US" altLang="ja-JP" dirty="0"/>
          </a:p>
          <a:p>
            <a:r>
              <a:rPr lang="ja-JP" altLang="en-US" dirty="0"/>
              <a:t>黄色枠：垂直降下する弾</a:t>
            </a:r>
          </a:p>
        </p:txBody>
      </p:sp>
    </p:spTree>
    <p:extLst>
      <p:ext uri="{BB962C8B-B14F-4D97-AF65-F5344CB8AC3E}">
        <p14:creationId xmlns:p14="http://schemas.microsoft.com/office/powerpoint/2010/main" val="3692957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B5DAD9-8DF2-2150-0C94-67244A8182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A8EB52-0E22-22F1-636D-A0CB1F0A8C10}"/>
              </a:ext>
            </a:extLst>
          </p:cNvPr>
          <p:cNvSpPr>
            <a:spLocks noGrp="1"/>
          </p:cNvSpPr>
          <p:nvPr>
            <p:ph type="title"/>
          </p:nvPr>
        </p:nvSpPr>
        <p:spPr/>
        <p:txBody>
          <a:bodyPr/>
          <a:lstStyle/>
          <a:p>
            <a:r>
              <a:rPr lang="en-US" altLang="ja-JP" dirty="0"/>
              <a:t>3.</a:t>
            </a:r>
            <a:r>
              <a:rPr lang="ja-JP" altLang="en-US" dirty="0"/>
              <a:t>作品の強み</a:t>
            </a:r>
            <a:endParaRPr kumimoji="1" lang="ja-JP" altLang="en-US" dirty="0"/>
          </a:p>
        </p:txBody>
      </p:sp>
      <p:sp>
        <p:nvSpPr>
          <p:cNvPr id="3" name="テキスト プレースホルダー 2">
            <a:extLst>
              <a:ext uri="{FF2B5EF4-FFF2-40B4-BE49-F238E27FC236}">
                <a16:creationId xmlns:a16="http://schemas.microsoft.com/office/drawing/2014/main" id="{EACEA64E-60B6-9262-7591-8A8FF94E20B0}"/>
              </a:ext>
            </a:extLst>
          </p:cNvPr>
          <p:cNvSpPr>
            <a:spLocks noGrp="1"/>
          </p:cNvSpPr>
          <p:nvPr>
            <p:ph type="body" sz="quarter" idx="13"/>
          </p:nvPr>
        </p:nvSpPr>
        <p:spPr/>
        <p:txBody>
          <a:bodyPr/>
          <a:lstStyle/>
          <a:p>
            <a:r>
              <a:rPr lang="ja-JP" altLang="en-US" dirty="0"/>
              <a:t>効果音</a:t>
            </a:r>
            <a:endParaRPr kumimoji="1" lang="ja-JP" altLang="en-US" dirty="0"/>
          </a:p>
        </p:txBody>
      </p:sp>
      <p:sp>
        <p:nvSpPr>
          <p:cNvPr id="5" name="テキスト プレースホルダー 4">
            <a:extLst>
              <a:ext uri="{FF2B5EF4-FFF2-40B4-BE49-F238E27FC236}">
                <a16:creationId xmlns:a16="http://schemas.microsoft.com/office/drawing/2014/main" id="{09A53925-5AB2-2509-E4C4-81FC7933CF8A}"/>
              </a:ext>
            </a:extLst>
          </p:cNvPr>
          <p:cNvSpPr>
            <a:spLocks noGrp="1"/>
          </p:cNvSpPr>
          <p:nvPr>
            <p:ph type="body" sz="quarter" idx="15"/>
          </p:nvPr>
        </p:nvSpPr>
        <p:spPr>
          <a:xfrm>
            <a:off x="1414516" y="2015480"/>
            <a:ext cx="5361177" cy="4704166"/>
          </a:xfrm>
        </p:spPr>
        <p:txBody>
          <a:bodyPr anchor="t"/>
          <a:lstStyle/>
          <a:p>
            <a:r>
              <a:rPr lang="en-US" altLang="ja-JP" dirty="0" err="1"/>
              <a:t>s</a:t>
            </a:r>
            <a:r>
              <a:rPr kumimoji="1" lang="en-US" altLang="ja-JP" dirty="0" err="1"/>
              <a:t>ound.h</a:t>
            </a:r>
            <a:r>
              <a:rPr kumimoji="1" lang="ja-JP" altLang="en-US" dirty="0"/>
              <a:t>にコマンドプロンプトにおける命令文を記載し、関数呼び出しの度に</a:t>
            </a:r>
            <a:r>
              <a:rPr kumimoji="1" lang="en-US" altLang="ja-JP" dirty="0"/>
              <a:t>.wav</a:t>
            </a:r>
            <a:r>
              <a:rPr kumimoji="1" lang="ja-JP" altLang="en-US" dirty="0"/>
              <a:t>を再生する仕組み</a:t>
            </a:r>
            <a:endParaRPr kumimoji="1" lang="en-US" altLang="ja-JP" dirty="0"/>
          </a:p>
          <a:p>
            <a:endParaRPr lang="en-US" altLang="ja-JP" dirty="0"/>
          </a:p>
          <a:p>
            <a:r>
              <a:rPr lang="ja-JP" altLang="en-US" dirty="0"/>
              <a:t>実装したサウンド</a:t>
            </a:r>
            <a:endParaRPr lang="en-US" altLang="ja-JP" dirty="0"/>
          </a:p>
          <a:p>
            <a:r>
              <a:rPr kumimoji="1" lang="ja-JP" altLang="en-US" dirty="0"/>
              <a:t>・スペシャル攻撃の効果音</a:t>
            </a:r>
            <a:br>
              <a:rPr kumimoji="1" lang="en-US" altLang="ja-JP" dirty="0"/>
            </a:br>
            <a:r>
              <a:rPr kumimoji="1" lang="ja-JP" altLang="en-US" dirty="0"/>
              <a:t>・自機被弾時の効果音</a:t>
            </a:r>
            <a:br>
              <a:rPr kumimoji="1" lang="en-US" altLang="ja-JP" dirty="0"/>
            </a:br>
            <a:r>
              <a:rPr kumimoji="1" lang="ja-JP" altLang="en-US" dirty="0"/>
              <a:t>・ライフ可算時の効果音</a:t>
            </a:r>
            <a:endParaRPr kumimoji="1" lang="en-US" altLang="ja-JP" dirty="0"/>
          </a:p>
          <a:p>
            <a:endParaRPr lang="en-US" altLang="ja-JP" dirty="0"/>
          </a:p>
          <a:p>
            <a:r>
              <a:rPr kumimoji="1" lang="ja-JP" altLang="en-US" dirty="0"/>
              <a:t>バッファクリアの問題や</a:t>
            </a:r>
            <a:r>
              <a:rPr kumimoji="1" lang="en-US" altLang="ja-JP" dirty="0" err="1"/>
              <a:t>OpenAL</a:t>
            </a:r>
            <a:r>
              <a:rPr kumimoji="1" lang="ja-JP" altLang="en-US" dirty="0"/>
              <a:t>を用いていないため、複数再生が不可能である事が課題。</a:t>
            </a:r>
          </a:p>
        </p:txBody>
      </p:sp>
      <p:sp>
        <p:nvSpPr>
          <p:cNvPr id="7" name="スライド番号プレースホルダー 6">
            <a:extLst>
              <a:ext uri="{FF2B5EF4-FFF2-40B4-BE49-F238E27FC236}">
                <a16:creationId xmlns:a16="http://schemas.microsoft.com/office/drawing/2014/main" id="{54387C89-5FDC-20FF-8D93-3EA6A70779B2}"/>
              </a:ext>
            </a:extLst>
          </p:cNvPr>
          <p:cNvSpPr>
            <a:spLocks noGrp="1"/>
          </p:cNvSpPr>
          <p:nvPr>
            <p:ph type="sldNum" sz="quarter" idx="12"/>
          </p:nvPr>
        </p:nvSpPr>
        <p:spPr/>
        <p:txBody>
          <a:bodyPr/>
          <a:lstStyle/>
          <a:p>
            <a:fld id="{50E72B5A-09A6-C249-B318-B6015AC14AFC}" type="slidenum">
              <a:rPr lang="ja-JP" altLang="en-US" smtClean="0"/>
              <a:pPr/>
              <a:t>8</a:t>
            </a:fld>
            <a:endParaRPr lang="ja-JP" altLang="en-US"/>
          </a:p>
        </p:txBody>
      </p:sp>
      <p:sp>
        <p:nvSpPr>
          <p:cNvPr id="8" name="正方形/長方形 7">
            <a:extLst>
              <a:ext uri="{FF2B5EF4-FFF2-40B4-BE49-F238E27FC236}">
                <a16:creationId xmlns:a16="http://schemas.microsoft.com/office/drawing/2014/main" id="{D408B72A-BE85-6413-8089-A8CF8C3B52EF}"/>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4">
            <a:extLst>
              <a:ext uri="{FF2B5EF4-FFF2-40B4-BE49-F238E27FC236}">
                <a16:creationId xmlns:a16="http://schemas.microsoft.com/office/drawing/2014/main" id="{86BB47F5-0E52-96DB-FD90-A04EC9490971}"/>
              </a:ext>
            </a:extLst>
          </p:cNvPr>
          <p:cNvSpPr txBox="1">
            <a:spLocks/>
          </p:cNvSpPr>
          <p:nvPr/>
        </p:nvSpPr>
        <p:spPr>
          <a:xfrm>
            <a:off x="6683612" y="5831000"/>
            <a:ext cx="5361177" cy="81378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SzPct val="75000"/>
              <a:buFontTx/>
              <a:buNone/>
              <a:defRPr kumimoji="1" sz="2400" b="1" kern="1200">
                <a:solidFill>
                  <a:srgbClr val="375A7F"/>
                </a:solidFill>
                <a:latin typeface="+mn-lt"/>
                <a:ea typeface="+mn-ea"/>
                <a:cs typeface="+mn-cs"/>
              </a:defRPr>
            </a:lvl1pPr>
            <a:lvl2pPr marL="685800" indent="-228600" algn="l" defTabSz="914400" rtl="0" eaLnBrk="1" latinLnBrk="0" hangingPunct="1">
              <a:lnSpc>
                <a:spcPct val="90000"/>
              </a:lnSpc>
              <a:spcBef>
                <a:spcPts val="500"/>
              </a:spcBef>
              <a:buFontTx/>
              <a:buBlip>
                <a:blip r:embed="rId2"/>
              </a:buBlip>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2"/>
              </a:buBli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Blip>
                <a:blip r:embed="rId2"/>
              </a:buBlip>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Blip>
                <a:blip r:embed="rId2"/>
              </a:buBlip>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音声素材：ニコニ･コモンズ</a:t>
            </a:r>
            <a:br>
              <a:rPr lang="en-US" altLang="ja-JP" dirty="0"/>
            </a:br>
            <a:r>
              <a:rPr lang="en-US" altLang="ja-JP" dirty="0">
                <a:hlinkClick r:id="rId3"/>
              </a:rPr>
              <a:t>https://commons.nicovideo.jp/</a:t>
            </a:r>
            <a:endParaRPr lang="ja-JP" altLang="en-US" dirty="0"/>
          </a:p>
        </p:txBody>
      </p:sp>
      <p:pic>
        <p:nvPicPr>
          <p:cNvPr id="1026" name="Picture 2">
            <a:extLst>
              <a:ext uri="{FF2B5EF4-FFF2-40B4-BE49-F238E27FC236}">
                <a16:creationId xmlns:a16="http://schemas.microsoft.com/office/drawing/2014/main" id="{1537C6D8-DD7D-00DF-2202-41553E32A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3612" y="1387624"/>
            <a:ext cx="4443376" cy="4443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014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CE2A2-80D5-39EA-D11F-9ADD5498BB4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58DD71-FCD8-2DB8-4461-68D2299F023B}"/>
              </a:ext>
            </a:extLst>
          </p:cNvPr>
          <p:cNvSpPr>
            <a:spLocks noGrp="1"/>
          </p:cNvSpPr>
          <p:nvPr>
            <p:ph type="title"/>
          </p:nvPr>
        </p:nvSpPr>
        <p:spPr/>
        <p:txBody>
          <a:bodyPr/>
          <a:lstStyle/>
          <a:p>
            <a:r>
              <a:rPr lang="en-US" altLang="ja-JP" dirty="0"/>
              <a:t>3.</a:t>
            </a:r>
            <a:r>
              <a:rPr lang="ja-JP" altLang="en-US" dirty="0"/>
              <a:t>作品の強み</a:t>
            </a:r>
            <a:endParaRPr kumimoji="1" lang="ja-JP" altLang="en-US" dirty="0"/>
          </a:p>
        </p:txBody>
      </p:sp>
      <p:sp>
        <p:nvSpPr>
          <p:cNvPr id="3" name="テキスト プレースホルダー 2">
            <a:extLst>
              <a:ext uri="{FF2B5EF4-FFF2-40B4-BE49-F238E27FC236}">
                <a16:creationId xmlns:a16="http://schemas.microsoft.com/office/drawing/2014/main" id="{587B47DF-795C-156E-FBF9-C740088D519A}"/>
              </a:ext>
            </a:extLst>
          </p:cNvPr>
          <p:cNvSpPr>
            <a:spLocks noGrp="1"/>
          </p:cNvSpPr>
          <p:nvPr>
            <p:ph type="body" sz="quarter" idx="13"/>
          </p:nvPr>
        </p:nvSpPr>
        <p:spPr/>
        <p:txBody>
          <a:bodyPr/>
          <a:lstStyle/>
          <a:p>
            <a:r>
              <a:rPr kumimoji="1" lang="ja-JP" altLang="en-US" dirty="0"/>
              <a:t>視点の変更</a:t>
            </a:r>
          </a:p>
        </p:txBody>
      </p:sp>
      <p:sp>
        <p:nvSpPr>
          <p:cNvPr id="5" name="テキスト プレースホルダー 4">
            <a:extLst>
              <a:ext uri="{FF2B5EF4-FFF2-40B4-BE49-F238E27FC236}">
                <a16:creationId xmlns:a16="http://schemas.microsoft.com/office/drawing/2014/main" id="{D32F8599-CAC1-ACA9-7E51-D399DABB50E7}"/>
              </a:ext>
            </a:extLst>
          </p:cNvPr>
          <p:cNvSpPr>
            <a:spLocks noGrp="1"/>
          </p:cNvSpPr>
          <p:nvPr>
            <p:ph type="body" sz="quarter" idx="15"/>
          </p:nvPr>
        </p:nvSpPr>
        <p:spPr>
          <a:xfrm>
            <a:off x="1414516" y="2015480"/>
            <a:ext cx="5361177" cy="4704166"/>
          </a:xfrm>
        </p:spPr>
        <p:txBody>
          <a:bodyPr anchor="t"/>
          <a:lstStyle/>
          <a:p>
            <a:r>
              <a:rPr lang="en-US" altLang="ja-JP" dirty="0"/>
              <a:t>v</a:t>
            </a:r>
            <a:r>
              <a:rPr kumimoji="1" lang="ja-JP" altLang="en-US" dirty="0"/>
              <a:t>キーを押すことで、主観視点と俯瞰視点を変更できる。</a:t>
            </a:r>
            <a:endParaRPr kumimoji="1" lang="en-US" altLang="ja-JP" dirty="0"/>
          </a:p>
          <a:p>
            <a:endParaRPr lang="en-US" altLang="ja-JP" dirty="0"/>
          </a:p>
          <a:p>
            <a:r>
              <a:rPr kumimoji="1" lang="ja-JP" altLang="en-US" dirty="0"/>
              <a:t>本作の独自性であり強み</a:t>
            </a:r>
            <a:br>
              <a:rPr kumimoji="1" lang="en-US" altLang="ja-JP" dirty="0"/>
            </a:br>
            <a:endParaRPr kumimoji="1" lang="en-US" altLang="ja-JP" dirty="0"/>
          </a:p>
          <a:p>
            <a:r>
              <a:rPr lang="ja-JP" altLang="en-US" dirty="0"/>
              <a:t>旧き良き</a:t>
            </a:r>
            <a:r>
              <a:rPr lang="en-US" altLang="ja-JP" dirty="0"/>
              <a:t>STG</a:t>
            </a:r>
            <a:r>
              <a:rPr lang="ja-JP" altLang="en-US" dirty="0"/>
              <a:t>の俯瞰視点と、新規性である主観視点を随時変更できる</a:t>
            </a:r>
            <a:endParaRPr lang="en-US" altLang="ja-JP" dirty="0"/>
          </a:p>
          <a:p>
            <a:endParaRPr kumimoji="1" lang="en-US" altLang="ja-JP" dirty="0"/>
          </a:p>
          <a:p>
            <a:r>
              <a:rPr lang="en-US" altLang="ja-JP" dirty="0"/>
              <a:t>(</a:t>
            </a:r>
            <a:r>
              <a:rPr lang="ja-JP" altLang="en-US" dirty="0"/>
              <a:t>空間把握能力が要求され、かなりの高難度を誇る。</a:t>
            </a:r>
            <a:r>
              <a:rPr lang="en-US" altLang="ja-JP" dirty="0"/>
              <a:t>)</a:t>
            </a:r>
          </a:p>
          <a:p>
            <a:endParaRPr kumimoji="1" lang="en-US" altLang="ja-JP" dirty="0"/>
          </a:p>
        </p:txBody>
      </p:sp>
      <p:pic>
        <p:nvPicPr>
          <p:cNvPr id="10" name="コンテンツ プレースホルダー 9">
            <a:extLst>
              <a:ext uri="{FF2B5EF4-FFF2-40B4-BE49-F238E27FC236}">
                <a16:creationId xmlns:a16="http://schemas.microsoft.com/office/drawing/2014/main" id="{AB80B394-35C2-1218-3361-79FB18A1BCB1}"/>
              </a:ext>
            </a:extLst>
          </p:cNvPr>
          <p:cNvPicPr>
            <a:picLocks noGrp="1" noChangeAspect="1"/>
          </p:cNvPicPr>
          <p:nvPr>
            <p:ph sz="quarter" idx="17"/>
          </p:nvPr>
        </p:nvPicPr>
        <p:blipFill>
          <a:blip r:embed="rId2"/>
          <a:srcRect/>
          <a:stretch/>
        </p:blipFill>
        <p:spPr>
          <a:xfrm>
            <a:off x="6683612" y="1380188"/>
            <a:ext cx="4379912" cy="4357975"/>
          </a:xfrm>
          <a:prstGeom prst="rect">
            <a:avLst/>
          </a:prstGeom>
        </p:spPr>
      </p:pic>
      <p:sp>
        <p:nvSpPr>
          <p:cNvPr id="7" name="スライド番号プレースホルダー 6">
            <a:extLst>
              <a:ext uri="{FF2B5EF4-FFF2-40B4-BE49-F238E27FC236}">
                <a16:creationId xmlns:a16="http://schemas.microsoft.com/office/drawing/2014/main" id="{25CF679C-BE6F-048C-38DD-05D9F3F06AF2}"/>
              </a:ext>
            </a:extLst>
          </p:cNvPr>
          <p:cNvSpPr>
            <a:spLocks noGrp="1"/>
          </p:cNvSpPr>
          <p:nvPr>
            <p:ph type="sldNum" sz="quarter" idx="12"/>
          </p:nvPr>
        </p:nvSpPr>
        <p:spPr/>
        <p:txBody>
          <a:bodyPr/>
          <a:lstStyle/>
          <a:p>
            <a:fld id="{50E72B5A-09A6-C249-B318-B6015AC14AFC}" type="slidenum">
              <a:rPr lang="ja-JP" altLang="en-US" smtClean="0"/>
              <a:pPr/>
              <a:t>9</a:t>
            </a:fld>
            <a:endParaRPr lang="ja-JP" altLang="en-US"/>
          </a:p>
        </p:txBody>
      </p:sp>
      <p:sp>
        <p:nvSpPr>
          <p:cNvPr id="8" name="正方形/長方形 7">
            <a:extLst>
              <a:ext uri="{FF2B5EF4-FFF2-40B4-BE49-F238E27FC236}">
                <a16:creationId xmlns:a16="http://schemas.microsoft.com/office/drawing/2014/main" id="{46F5CC58-4075-E403-6630-A60672A1D25E}"/>
              </a:ext>
            </a:extLst>
          </p:cNvPr>
          <p:cNvSpPr/>
          <p:nvPr/>
        </p:nvSpPr>
        <p:spPr>
          <a:xfrm>
            <a:off x="10892531" y="138354"/>
            <a:ext cx="1235414" cy="68219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プレースホルダー 2">
            <a:extLst>
              <a:ext uri="{FF2B5EF4-FFF2-40B4-BE49-F238E27FC236}">
                <a16:creationId xmlns:a16="http://schemas.microsoft.com/office/drawing/2014/main" id="{C315D94B-9FD7-0E4F-0C89-F15FEF5D4551}"/>
              </a:ext>
            </a:extLst>
          </p:cNvPr>
          <p:cNvSpPr txBox="1">
            <a:spLocks/>
          </p:cNvSpPr>
          <p:nvPr/>
        </p:nvSpPr>
        <p:spPr>
          <a:xfrm>
            <a:off x="6683613" y="5738163"/>
            <a:ext cx="4379912" cy="78732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SzPct val="75000"/>
              <a:buFontTx/>
              <a:buBlip>
                <a:blip r:embed="rId3"/>
              </a:buBlip>
              <a:defRPr kumimoji="1" sz="2400" b="1" kern="1200">
                <a:solidFill>
                  <a:srgbClr val="375A7F"/>
                </a:solidFill>
                <a:latin typeface="+mn-lt"/>
                <a:ea typeface="+mn-ea"/>
                <a:cs typeface="+mn-cs"/>
              </a:defRPr>
            </a:lvl1pPr>
            <a:lvl2pPr marL="685800" indent="-228600" algn="l" defTabSz="914400" rtl="0" eaLnBrk="1" latinLnBrk="0" hangingPunct="1">
              <a:lnSpc>
                <a:spcPct val="90000"/>
              </a:lnSpc>
              <a:spcBef>
                <a:spcPts val="500"/>
              </a:spcBef>
              <a:buFontTx/>
              <a:buBlip>
                <a:blip r:embed="rId3"/>
              </a:buBlip>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3"/>
              </a:buBli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Blip>
                <a:blip r:embed="rId3"/>
              </a:buBlip>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Blip>
                <a:blip r:embed="rId3"/>
              </a:buBlip>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t>図は主観視点。</a:t>
            </a:r>
            <a:br>
              <a:rPr lang="en-US" altLang="ja-JP" sz="1600" dirty="0"/>
            </a:br>
            <a:r>
              <a:rPr lang="ja-JP" altLang="en-US" sz="1600" dirty="0"/>
              <a:t>現代のゲームではよく見る視点かもしれない</a:t>
            </a:r>
          </a:p>
        </p:txBody>
      </p:sp>
    </p:spTree>
    <p:extLst>
      <p:ext uri="{BB962C8B-B14F-4D97-AF65-F5344CB8AC3E}">
        <p14:creationId xmlns:p14="http://schemas.microsoft.com/office/powerpoint/2010/main" val="31713913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lab slide template 2022" id="{F1E54D3F-4AFB-A34F-9D36-1BADF7661AB6}" vid="{33829ACE-451C-1E45-B80A-39DBC70BCF4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olab_slide_template_2022</Template>
  <TotalTime>1239</TotalTime>
  <Words>687</Words>
  <Application>Microsoft Office PowerPoint</Application>
  <PresentationFormat>ワイド画面</PresentationFormat>
  <Paragraphs>78</Paragraphs>
  <Slides>10</Slides>
  <Notes>0</Notes>
  <HiddenSlides>1</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游ゴシック</vt:lpstr>
      <vt:lpstr>游ゴシック Light</vt:lpstr>
      <vt:lpstr>Arial</vt:lpstr>
      <vt:lpstr>Office テーマ</vt:lpstr>
      <vt:lpstr>視点可変性 縦スクロール シューティングゲーム の製作成果発表</vt:lpstr>
      <vt:lpstr>目次</vt:lpstr>
      <vt:lpstr>1.作品概要</vt:lpstr>
      <vt:lpstr>1.作品概要</vt:lpstr>
      <vt:lpstr>1.作品概要</vt:lpstr>
      <vt:lpstr>2.実装に掛かるアルゴリズム</vt:lpstr>
      <vt:lpstr>2.実装に掛かるアルゴリズム</vt:lpstr>
      <vt:lpstr>2.実装に掛かるアルゴリズム</vt:lpstr>
      <vt:lpstr>3.作品の強み</vt:lpstr>
      <vt:lpstr>3.作品の強み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Game</dc:creator>
  <cp:lastModifiedBy>Game</cp:lastModifiedBy>
  <cp:revision>12</cp:revision>
  <dcterms:created xsi:type="dcterms:W3CDTF">2026-05-23T10:42:32Z</dcterms:created>
  <dcterms:modified xsi:type="dcterms:W3CDTF">2026-05-30T02:35:17Z</dcterms:modified>
</cp:coreProperties>
</file>